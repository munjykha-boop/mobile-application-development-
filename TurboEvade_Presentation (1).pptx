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508"/>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3810">
            <a:solidFill>
              <a:srgbClr val="00D4FF">
                <a:alpha val="8000"/>
              </a:srgbClr>
            </a:solidFill>
            <a:prstDash val="solid"/>
          </a:ln>
        </p:spPr>
      </p:sp>
      <p:sp>
        <p:nvSpPr>
          <p:cNvPr id="3" name="Shape 1"/>
          <p:cNvSpPr/>
          <p:nvPr/>
        </p:nvSpPr>
        <p:spPr>
          <a:xfrm>
            <a:off x="0" y="0"/>
            <a:ext cx="9144000" cy="0"/>
          </a:xfrm>
          <a:prstGeom prst="line">
            <a:avLst/>
          </a:prstGeom>
          <a:noFill/>
          <a:ln w="3810">
            <a:solidFill>
              <a:srgbClr val="00D4FF">
                <a:alpha val="8000"/>
              </a:srgbClr>
            </a:solidFill>
            <a:prstDash val="solid"/>
          </a:ln>
        </p:spPr>
      </p:sp>
      <p:sp>
        <p:nvSpPr>
          <p:cNvPr id="4" name="Shape 2"/>
          <p:cNvSpPr/>
          <p:nvPr/>
        </p:nvSpPr>
        <p:spPr>
          <a:xfrm>
            <a:off x="457200" y="0"/>
            <a:ext cx="0" cy="5143500"/>
          </a:xfrm>
          <a:prstGeom prst="line">
            <a:avLst/>
          </a:prstGeom>
          <a:noFill/>
          <a:ln w="3810">
            <a:solidFill>
              <a:srgbClr val="00D4FF">
                <a:alpha val="8000"/>
              </a:srgbClr>
            </a:solidFill>
            <a:prstDash val="solid"/>
          </a:ln>
        </p:spPr>
      </p:sp>
      <p:sp>
        <p:nvSpPr>
          <p:cNvPr id="5" name="Shape 3"/>
          <p:cNvSpPr/>
          <p:nvPr/>
        </p:nvSpPr>
        <p:spPr>
          <a:xfrm>
            <a:off x="0" y="256032"/>
            <a:ext cx="9144000" cy="0"/>
          </a:xfrm>
          <a:prstGeom prst="line">
            <a:avLst/>
          </a:prstGeom>
          <a:noFill/>
          <a:ln w="3810">
            <a:solidFill>
              <a:srgbClr val="00D4FF">
                <a:alpha val="8000"/>
              </a:srgbClr>
            </a:solidFill>
            <a:prstDash val="solid"/>
          </a:ln>
        </p:spPr>
      </p:sp>
      <p:sp>
        <p:nvSpPr>
          <p:cNvPr id="6" name="Shape 4"/>
          <p:cNvSpPr/>
          <p:nvPr/>
        </p:nvSpPr>
        <p:spPr>
          <a:xfrm>
            <a:off x="914400" y="0"/>
            <a:ext cx="0" cy="5143500"/>
          </a:xfrm>
          <a:prstGeom prst="line">
            <a:avLst/>
          </a:prstGeom>
          <a:noFill/>
          <a:ln w="3810">
            <a:solidFill>
              <a:srgbClr val="00D4FF">
                <a:alpha val="8000"/>
              </a:srgbClr>
            </a:solidFill>
            <a:prstDash val="solid"/>
          </a:ln>
        </p:spPr>
      </p:sp>
      <p:sp>
        <p:nvSpPr>
          <p:cNvPr id="7" name="Shape 5"/>
          <p:cNvSpPr/>
          <p:nvPr/>
        </p:nvSpPr>
        <p:spPr>
          <a:xfrm>
            <a:off x="0" y="512064"/>
            <a:ext cx="9144000" cy="0"/>
          </a:xfrm>
          <a:prstGeom prst="line">
            <a:avLst/>
          </a:prstGeom>
          <a:noFill/>
          <a:ln w="3810">
            <a:solidFill>
              <a:srgbClr val="00D4FF">
                <a:alpha val="8000"/>
              </a:srgbClr>
            </a:solidFill>
            <a:prstDash val="solid"/>
          </a:ln>
        </p:spPr>
      </p:sp>
      <p:sp>
        <p:nvSpPr>
          <p:cNvPr id="8" name="Shape 6"/>
          <p:cNvSpPr/>
          <p:nvPr/>
        </p:nvSpPr>
        <p:spPr>
          <a:xfrm>
            <a:off x="1371600" y="0"/>
            <a:ext cx="0" cy="5143500"/>
          </a:xfrm>
          <a:prstGeom prst="line">
            <a:avLst/>
          </a:prstGeom>
          <a:noFill/>
          <a:ln w="3810">
            <a:solidFill>
              <a:srgbClr val="00D4FF">
                <a:alpha val="8000"/>
              </a:srgbClr>
            </a:solidFill>
            <a:prstDash val="solid"/>
          </a:ln>
        </p:spPr>
      </p:sp>
      <p:sp>
        <p:nvSpPr>
          <p:cNvPr id="9" name="Shape 7"/>
          <p:cNvSpPr/>
          <p:nvPr/>
        </p:nvSpPr>
        <p:spPr>
          <a:xfrm>
            <a:off x="0" y="768096"/>
            <a:ext cx="9144000" cy="0"/>
          </a:xfrm>
          <a:prstGeom prst="line">
            <a:avLst/>
          </a:prstGeom>
          <a:noFill/>
          <a:ln w="3810">
            <a:solidFill>
              <a:srgbClr val="00D4FF">
                <a:alpha val="8000"/>
              </a:srgbClr>
            </a:solidFill>
            <a:prstDash val="solid"/>
          </a:ln>
        </p:spPr>
      </p:sp>
      <p:sp>
        <p:nvSpPr>
          <p:cNvPr id="10" name="Shape 8"/>
          <p:cNvSpPr/>
          <p:nvPr/>
        </p:nvSpPr>
        <p:spPr>
          <a:xfrm>
            <a:off x="1828800" y="0"/>
            <a:ext cx="0" cy="5143500"/>
          </a:xfrm>
          <a:prstGeom prst="line">
            <a:avLst/>
          </a:prstGeom>
          <a:noFill/>
          <a:ln w="3810">
            <a:solidFill>
              <a:srgbClr val="00D4FF">
                <a:alpha val="8000"/>
              </a:srgbClr>
            </a:solidFill>
            <a:prstDash val="solid"/>
          </a:ln>
        </p:spPr>
      </p:sp>
      <p:sp>
        <p:nvSpPr>
          <p:cNvPr id="11" name="Shape 9"/>
          <p:cNvSpPr/>
          <p:nvPr/>
        </p:nvSpPr>
        <p:spPr>
          <a:xfrm>
            <a:off x="0" y="1024128"/>
            <a:ext cx="9144000" cy="0"/>
          </a:xfrm>
          <a:prstGeom prst="line">
            <a:avLst/>
          </a:prstGeom>
          <a:noFill/>
          <a:ln w="3810">
            <a:solidFill>
              <a:srgbClr val="00D4FF">
                <a:alpha val="8000"/>
              </a:srgbClr>
            </a:solidFill>
            <a:prstDash val="solid"/>
          </a:ln>
        </p:spPr>
      </p:sp>
      <p:sp>
        <p:nvSpPr>
          <p:cNvPr id="12" name="Shape 10"/>
          <p:cNvSpPr/>
          <p:nvPr/>
        </p:nvSpPr>
        <p:spPr>
          <a:xfrm>
            <a:off x="2286000" y="0"/>
            <a:ext cx="0" cy="5143500"/>
          </a:xfrm>
          <a:prstGeom prst="line">
            <a:avLst/>
          </a:prstGeom>
          <a:noFill/>
          <a:ln w="3810">
            <a:solidFill>
              <a:srgbClr val="00D4FF">
                <a:alpha val="8000"/>
              </a:srgbClr>
            </a:solidFill>
            <a:prstDash val="solid"/>
          </a:ln>
        </p:spPr>
      </p:sp>
      <p:sp>
        <p:nvSpPr>
          <p:cNvPr id="13" name="Shape 11"/>
          <p:cNvSpPr/>
          <p:nvPr/>
        </p:nvSpPr>
        <p:spPr>
          <a:xfrm>
            <a:off x="0" y="1280160"/>
            <a:ext cx="9144000" cy="0"/>
          </a:xfrm>
          <a:prstGeom prst="line">
            <a:avLst/>
          </a:prstGeom>
          <a:noFill/>
          <a:ln w="3810">
            <a:solidFill>
              <a:srgbClr val="00D4FF">
                <a:alpha val="8000"/>
              </a:srgbClr>
            </a:solidFill>
            <a:prstDash val="solid"/>
          </a:ln>
        </p:spPr>
      </p:sp>
      <p:sp>
        <p:nvSpPr>
          <p:cNvPr id="14" name="Shape 12"/>
          <p:cNvSpPr/>
          <p:nvPr/>
        </p:nvSpPr>
        <p:spPr>
          <a:xfrm>
            <a:off x="2743200" y="0"/>
            <a:ext cx="0" cy="5143500"/>
          </a:xfrm>
          <a:prstGeom prst="line">
            <a:avLst/>
          </a:prstGeom>
          <a:noFill/>
          <a:ln w="3810">
            <a:solidFill>
              <a:srgbClr val="00D4FF">
                <a:alpha val="8000"/>
              </a:srgbClr>
            </a:solidFill>
            <a:prstDash val="solid"/>
          </a:ln>
        </p:spPr>
      </p:sp>
      <p:sp>
        <p:nvSpPr>
          <p:cNvPr id="15" name="Shape 13"/>
          <p:cNvSpPr/>
          <p:nvPr/>
        </p:nvSpPr>
        <p:spPr>
          <a:xfrm>
            <a:off x="0" y="1536192"/>
            <a:ext cx="9144000" cy="0"/>
          </a:xfrm>
          <a:prstGeom prst="line">
            <a:avLst/>
          </a:prstGeom>
          <a:noFill/>
          <a:ln w="3810">
            <a:solidFill>
              <a:srgbClr val="00D4FF">
                <a:alpha val="8000"/>
              </a:srgbClr>
            </a:solidFill>
            <a:prstDash val="solid"/>
          </a:ln>
        </p:spPr>
      </p:sp>
      <p:sp>
        <p:nvSpPr>
          <p:cNvPr id="16" name="Shape 14"/>
          <p:cNvSpPr/>
          <p:nvPr/>
        </p:nvSpPr>
        <p:spPr>
          <a:xfrm>
            <a:off x="3200400" y="0"/>
            <a:ext cx="0" cy="5143500"/>
          </a:xfrm>
          <a:prstGeom prst="line">
            <a:avLst/>
          </a:prstGeom>
          <a:noFill/>
          <a:ln w="3810">
            <a:solidFill>
              <a:srgbClr val="00D4FF">
                <a:alpha val="8000"/>
              </a:srgbClr>
            </a:solidFill>
            <a:prstDash val="solid"/>
          </a:ln>
        </p:spPr>
      </p:sp>
      <p:sp>
        <p:nvSpPr>
          <p:cNvPr id="17" name="Shape 15"/>
          <p:cNvSpPr/>
          <p:nvPr/>
        </p:nvSpPr>
        <p:spPr>
          <a:xfrm>
            <a:off x="0" y="1792224"/>
            <a:ext cx="9144000" cy="0"/>
          </a:xfrm>
          <a:prstGeom prst="line">
            <a:avLst/>
          </a:prstGeom>
          <a:noFill/>
          <a:ln w="3810">
            <a:solidFill>
              <a:srgbClr val="00D4FF">
                <a:alpha val="8000"/>
              </a:srgbClr>
            </a:solidFill>
            <a:prstDash val="solid"/>
          </a:ln>
        </p:spPr>
      </p:sp>
      <p:sp>
        <p:nvSpPr>
          <p:cNvPr id="18" name="Shape 16"/>
          <p:cNvSpPr/>
          <p:nvPr/>
        </p:nvSpPr>
        <p:spPr>
          <a:xfrm>
            <a:off x="3657600" y="0"/>
            <a:ext cx="0" cy="5143500"/>
          </a:xfrm>
          <a:prstGeom prst="line">
            <a:avLst/>
          </a:prstGeom>
          <a:noFill/>
          <a:ln w="3810">
            <a:solidFill>
              <a:srgbClr val="00D4FF">
                <a:alpha val="8000"/>
              </a:srgbClr>
            </a:solidFill>
            <a:prstDash val="solid"/>
          </a:ln>
        </p:spPr>
      </p:sp>
      <p:sp>
        <p:nvSpPr>
          <p:cNvPr id="19" name="Shape 17"/>
          <p:cNvSpPr/>
          <p:nvPr/>
        </p:nvSpPr>
        <p:spPr>
          <a:xfrm>
            <a:off x="0" y="2048256"/>
            <a:ext cx="9144000" cy="0"/>
          </a:xfrm>
          <a:prstGeom prst="line">
            <a:avLst/>
          </a:prstGeom>
          <a:noFill/>
          <a:ln w="3810">
            <a:solidFill>
              <a:srgbClr val="00D4FF">
                <a:alpha val="8000"/>
              </a:srgbClr>
            </a:solidFill>
            <a:prstDash val="solid"/>
          </a:ln>
        </p:spPr>
      </p:sp>
      <p:sp>
        <p:nvSpPr>
          <p:cNvPr id="20" name="Shape 18"/>
          <p:cNvSpPr/>
          <p:nvPr/>
        </p:nvSpPr>
        <p:spPr>
          <a:xfrm>
            <a:off x="4114800" y="0"/>
            <a:ext cx="0" cy="5143500"/>
          </a:xfrm>
          <a:prstGeom prst="line">
            <a:avLst/>
          </a:prstGeom>
          <a:noFill/>
          <a:ln w="3810">
            <a:solidFill>
              <a:srgbClr val="00D4FF">
                <a:alpha val="8000"/>
              </a:srgbClr>
            </a:solidFill>
            <a:prstDash val="solid"/>
          </a:ln>
        </p:spPr>
      </p:sp>
      <p:sp>
        <p:nvSpPr>
          <p:cNvPr id="21" name="Shape 19"/>
          <p:cNvSpPr/>
          <p:nvPr/>
        </p:nvSpPr>
        <p:spPr>
          <a:xfrm>
            <a:off x="0" y="2304288"/>
            <a:ext cx="9144000" cy="0"/>
          </a:xfrm>
          <a:prstGeom prst="line">
            <a:avLst/>
          </a:prstGeom>
          <a:noFill/>
          <a:ln w="3810">
            <a:solidFill>
              <a:srgbClr val="00D4FF">
                <a:alpha val="8000"/>
              </a:srgbClr>
            </a:solidFill>
            <a:prstDash val="solid"/>
          </a:ln>
        </p:spPr>
      </p:sp>
      <p:sp>
        <p:nvSpPr>
          <p:cNvPr id="22" name="Shape 20"/>
          <p:cNvSpPr/>
          <p:nvPr/>
        </p:nvSpPr>
        <p:spPr>
          <a:xfrm>
            <a:off x="4572000" y="0"/>
            <a:ext cx="0" cy="5143500"/>
          </a:xfrm>
          <a:prstGeom prst="line">
            <a:avLst/>
          </a:prstGeom>
          <a:noFill/>
          <a:ln w="3810">
            <a:solidFill>
              <a:srgbClr val="00D4FF">
                <a:alpha val="8000"/>
              </a:srgbClr>
            </a:solidFill>
            <a:prstDash val="solid"/>
          </a:ln>
        </p:spPr>
      </p:sp>
      <p:sp>
        <p:nvSpPr>
          <p:cNvPr id="23" name="Shape 21"/>
          <p:cNvSpPr/>
          <p:nvPr/>
        </p:nvSpPr>
        <p:spPr>
          <a:xfrm>
            <a:off x="0" y="2560320"/>
            <a:ext cx="9144000" cy="0"/>
          </a:xfrm>
          <a:prstGeom prst="line">
            <a:avLst/>
          </a:prstGeom>
          <a:noFill/>
          <a:ln w="3810">
            <a:solidFill>
              <a:srgbClr val="00D4FF">
                <a:alpha val="8000"/>
              </a:srgbClr>
            </a:solidFill>
            <a:prstDash val="solid"/>
          </a:ln>
        </p:spPr>
      </p:sp>
      <p:sp>
        <p:nvSpPr>
          <p:cNvPr id="24" name="Shape 22"/>
          <p:cNvSpPr/>
          <p:nvPr/>
        </p:nvSpPr>
        <p:spPr>
          <a:xfrm>
            <a:off x="5029200" y="0"/>
            <a:ext cx="0" cy="5143500"/>
          </a:xfrm>
          <a:prstGeom prst="line">
            <a:avLst/>
          </a:prstGeom>
          <a:noFill/>
          <a:ln w="3810">
            <a:solidFill>
              <a:srgbClr val="00D4FF">
                <a:alpha val="8000"/>
              </a:srgbClr>
            </a:solidFill>
            <a:prstDash val="solid"/>
          </a:ln>
        </p:spPr>
      </p:sp>
      <p:sp>
        <p:nvSpPr>
          <p:cNvPr id="25" name="Shape 23"/>
          <p:cNvSpPr/>
          <p:nvPr/>
        </p:nvSpPr>
        <p:spPr>
          <a:xfrm>
            <a:off x="0" y="2816352"/>
            <a:ext cx="9144000" cy="0"/>
          </a:xfrm>
          <a:prstGeom prst="line">
            <a:avLst/>
          </a:prstGeom>
          <a:noFill/>
          <a:ln w="3810">
            <a:solidFill>
              <a:srgbClr val="00D4FF">
                <a:alpha val="8000"/>
              </a:srgbClr>
            </a:solidFill>
            <a:prstDash val="solid"/>
          </a:ln>
        </p:spPr>
      </p:sp>
      <p:sp>
        <p:nvSpPr>
          <p:cNvPr id="26" name="Shape 24"/>
          <p:cNvSpPr/>
          <p:nvPr/>
        </p:nvSpPr>
        <p:spPr>
          <a:xfrm>
            <a:off x="5486400" y="0"/>
            <a:ext cx="0" cy="5143500"/>
          </a:xfrm>
          <a:prstGeom prst="line">
            <a:avLst/>
          </a:prstGeom>
          <a:noFill/>
          <a:ln w="3810">
            <a:solidFill>
              <a:srgbClr val="00D4FF">
                <a:alpha val="8000"/>
              </a:srgbClr>
            </a:solidFill>
            <a:prstDash val="solid"/>
          </a:ln>
        </p:spPr>
      </p:sp>
      <p:sp>
        <p:nvSpPr>
          <p:cNvPr id="27" name="Shape 25"/>
          <p:cNvSpPr/>
          <p:nvPr/>
        </p:nvSpPr>
        <p:spPr>
          <a:xfrm>
            <a:off x="0" y="3072384"/>
            <a:ext cx="9144000" cy="0"/>
          </a:xfrm>
          <a:prstGeom prst="line">
            <a:avLst/>
          </a:prstGeom>
          <a:noFill/>
          <a:ln w="3810">
            <a:solidFill>
              <a:srgbClr val="00D4FF">
                <a:alpha val="8000"/>
              </a:srgbClr>
            </a:solidFill>
            <a:prstDash val="solid"/>
          </a:ln>
        </p:spPr>
      </p:sp>
      <p:sp>
        <p:nvSpPr>
          <p:cNvPr id="28" name="Shape 26"/>
          <p:cNvSpPr/>
          <p:nvPr/>
        </p:nvSpPr>
        <p:spPr>
          <a:xfrm>
            <a:off x="5943600" y="0"/>
            <a:ext cx="0" cy="5143500"/>
          </a:xfrm>
          <a:prstGeom prst="line">
            <a:avLst/>
          </a:prstGeom>
          <a:noFill/>
          <a:ln w="3810">
            <a:solidFill>
              <a:srgbClr val="00D4FF">
                <a:alpha val="8000"/>
              </a:srgbClr>
            </a:solidFill>
            <a:prstDash val="solid"/>
          </a:ln>
        </p:spPr>
      </p:sp>
      <p:sp>
        <p:nvSpPr>
          <p:cNvPr id="29" name="Shape 27"/>
          <p:cNvSpPr/>
          <p:nvPr/>
        </p:nvSpPr>
        <p:spPr>
          <a:xfrm>
            <a:off x="0" y="3328416"/>
            <a:ext cx="9144000" cy="0"/>
          </a:xfrm>
          <a:prstGeom prst="line">
            <a:avLst/>
          </a:prstGeom>
          <a:noFill/>
          <a:ln w="3810">
            <a:solidFill>
              <a:srgbClr val="00D4FF">
                <a:alpha val="8000"/>
              </a:srgbClr>
            </a:solidFill>
            <a:prstDash val="solid"/>
          </a:ln>
        </p:spPr>
      </p:sp>
      <p:sp>
        <p:nvSpPr>
          <p:cNvPr id="30" name="Shape 28"/>
          <p:cNvSpPr/>
          <p:nvPr/>
        </p:nvSpPr>
        <p:spPr>
          <a:xfrm>
            <a:off x="6400800" y="0"/>
            <a:ext cx="0" cy="5143500"/>
          </a:xfrm>
          <a:prstGeom prst="line">
            <a:avLst/>
          </a:prstGeom>
          <a:noFill/>
          <a:ln w="3810">
            <a:solidFill>
              <a:srgbClr val="00D4FF">
                <a:alpha val="8000"/>
              </a:srgbClr>
            </a:solidFill>
            <a:prstDash val="solid"/>
          </a:ln>
        </p:spPr>
      </p:sp>
      <p:sp>
        <p:nvSpPr>
          <p:cNvPr id="31" name="Shape 29"/>
          <p:cNvSpPr/>
          <p:nvPr/>
        </p:nvSpPr>
        <p:spPr>
          <a:xfrm>
            <a:off x="0" y="3584448"/>
            <a:ext cx="9144000" cy="0"/>
          </a:xfrm>
          <a:prstGeom prst="line">
            <a:avLst/>
          </a:prstGeom>
          <a:noFill/>
          <a:ln w="3810">
            <a:solidFill>
              <a:srgbClr val="00D4FF">
                <a:alpha val="8000"/>
              </a:srgbClr>
            </a:solidFill>
            <a:prstDash val="solid"/>
          </a:ln>
        </p:spPr>
      </p:sp>
      <p:sp>
        <p:nvSpPr>
          <p:cNvPr id="32" name="Shape 30"/>
          <p:cNvSpPr/>
          <p:nvPr/>
        </p:nvSpPr>
        <p:spPr>
          <a:xfrm>
            <a:off x="6858000" y="0"/>
            <a:ext cx="0" cy="5143500"/>
          </a:xfrm>
          <a:prstGeom prst="line">
            <a:avLst/>
          </a:prstGeom>
          <a:noFill/>
          <a:ln w="3810">
            <a:solidFill>
              <a:srgbClr val="00D4FF">
                <a:alpha val="8000"/>
              </a:srgbClr>
            </a:solidFill>
            <a:prstDash val="solid"/>
          </a:ln>
        </p:spPr>
      </p:sp>
      <p:sp>
        <p:nvSpPr>
          <p:cNvPr id="33" name="Shape 31"/>
          <p:cNvSpPr/>
          <p:nvPr/>
        </p:nvSpPr>
        <p:spPr>
          <a:xfrm>
            <a:off x="0" y="3840480"/>
            <a:ext cx="9144000" cy="0"/>
          </a:xfrm>
          <a:prstGeom prst="line">
            <a:avLst/>
          </a:prstGeom>
          <a:noFill/>
          <a:ln w="3810">
            <a:solidFill>
              <a:srgbClr val="00D4FF">
                <a:alpha val="8000"/>
              </a:srgbClr>
            </a:solidFill>
            <a:prstDash val="solid"/>
          </a:ln>
        </p:spPr>
      </p:sp>
      <p:sp>
        <p:nvSpPr>
          <p:cNvPr id="34" name="Shape 32"/>
          <p:cNvSpPr/>
          <p:nvPr/>
        </p:nvSpPr>
        <p:spPr>
          <a:xfrm>
            <a:off x="7315200" y="0"/>
            <a:ext cx="0" cy="5143500"/>
          </a:xfrm>
          <a:prstGeom prst="line">
            <a:avLst/>
          </a:prstGeom>
          <a:noFill/>
          <a:ln w="3810">
            <a:solidFill>
              <a:srgbClr val="00D4FF">
                <a:alpha val="8000"/>
              </a:srgbClr>
            </a:solidFill>
            <a:prstDash val="solid"/>
          </a:ln>
        </p:spPr>
      </p:sp>
      <p:sp>
        <p:nvSpPr>
          <p:cNvPr id="35" name="Shape 33"/>
          <p:cNvSpPr/>
          <p:nvPr/>
        </p:nvSpPr>
        <p:spPr>
          <a:xfrm>
            <a:off x="0" y="4096512"/>
            <a:ext cx="9144000" cy="0"/>
          </a:xfrm>
          <a:prstGeom prst="line">
            <a:avLst/>
          </a:prstGeom>
          <a:noFill/>
          <a:ln w="3810">
            <a:solidFill>
              <a:srgbClr val="00D4FF">
                <a:alpha val="8000"/>
              </a:srgbClr>
            </a:solidFill>
            <a:prstDash val="solid"/>
          </a:ln>
        </p:spPr>
      </p:sp>
      <p:sp>
        <p:nvSpPr>
          <p:cNvPr id="36" name="Shape 34"/>
          <p:cNvSpPr/>
          <p:nvPr/>
        </p:nvSpPr>
        <p:spPr>
          <a:xfrm>
            <a:off x="7772400" y="0"/>
            <a:ext cx="0" cy="5143500"/>
          </a:xfrm>
          <a:prstGeom prst="line">
            <a:avLst/>
          </a:prstGeom>
          <a:noFill/>
          <a:ln w="3810">
            <a:solidFill>
              <a:srgbClr val="00D4FF">
                <a:alpha val="8000"/>
              </a:srgbClr>
            </a:solidFill>
            <a:prstDash val="solid"/>
          </a:ln>
        </p:spPr>
      </p:sp>
      <p:sp>
        <p:nvSpPr>
          <p:cNvPr id="37" name="Shape 35"/>
          <p:cNvSpPr/>
          <p:nvPr/>
        </p:nvSpPr>
        <p:spPr>
          <a:xfrm>
            <a:off x="0" y="4352544"/>
            <a:ext cx="9144000" cy="0"/>
          </a:xfrm>
          <a:prstGeom prst="line">
            <a:avLst/>
          </a:prstGeom>
          <a:noFill/>
          <a:ln w="3810">
            <a:solidFill>
              <a:srgbClr val="00D4FF">
                <a:alpha val="8000"/>
              </a:srgbClr>
            </a:solidFill>
            <a:prstDash val="solid"/>
          </a:ln>
        </p:spPr>
      </p:sp>
      <p:sp>
        <p:nvSpPr>
          <p:cNvPr id="38" name="Shape 36"/>
          <p:cNvSpPr/>
          <p:nvPr/>
        </p:nvSpPr>
        <p:spPr>
          <a:xfrm>
            <a:off x="8229600" y="0"/>
            <a:ext cx="0" cy="5143500"/>
          </a:xfrm>
          <a:prstGeom prst="line">
            <a:avLst/>
          </a:prstGeom>
          <a:noFill/>
          <a:ln w="3810">
            <a:solidFill>
              <a:srgbClr val="00D4FF">
                <a:alpha val="8000"/>
              </a:srgbClr>
            </a:solidFill>
            <a:prstDash val="solid"/>
          </a:ln>
        </p:spPr>
      </p:sp>
      <p:sp>
        <p:nvSpPr>
          <p:cNvPr id="39" name="Shape 37"/>
          <p:cNvSpPr/>
          <p:nvPr/>
        </p:nvSpPr>
        <p:spPr>
          <a:xfrm>
            <a:off x="0" y="4608576"/>
            <a:ext cx="9144000" cy="0"/>
          </a:xfrm>
          <a:prstGeom prst="line">
            <a:avLst/>
          </a:prstGeom>
          <a:noFill/>
          <a:ln w="3810">
            <a:solidFill>
              <a:srgbClr val="00D4FF">
                <a:alpha val="8000"/>
              </a:srgbClr>
            </a:solidFill>
            <a:prstDash val="solid"/>
          </a:ln>
        </p:spPr>
      </p:sp>
      <p:sp>
        <p:nvSpPr>
          <p:cNvPr id="40" name="Shape 38"/>
          <p:cNvSpPr/>
          <p:nvPr/>
        </p:nvSpPr>
        <p:spPr>
          <a:xfrm>
            <a:off x="8686800" y="0"/>
            <a:ext cx="0" cy="5143500"/>
          </a:xfrm>
          <a:prstGeom prst="line">
            <a:avLst/>
          </a:prstGeom>
          <a:noFill/>
          <a:ln w="3810">
            <a:solidFill>
              <a:srgbClr val="00D4FF">
                <a:alpha val="8000"/>
              </a:srgbClr>
            </a:solidFill>
            <a:prstDash val="solid"/>
          </a:ln>
        </p:spPr>
      </p:sp>
      <p:sp>
        <p:nvSpPr>
          <p:cNvPr id="41" name="Shape 39"/>
          <p:cNvSpPr/>
          <p:nvPr/>
        </p:nvSpPr>
        <p:spPr>
          <a:xfrm>
            <a:off x="0" y="4864608"/>
            <a:ext cx="9144000" cy="0"/>
          </a:xfrm>
          <a:prstGeom prst="line">
            <a:avLst/>
          </a:prstGeom>
          <a:noFill/>
          <a:ln w="3810">
            <a:solidFill>
              <a:srgbClr val="00D4FF">
                <a:alpha val="8000"/>
              </a:srgbClr>
            </a:solidFill>
            <a:prstDash val="solid"/>
          </a:ln>
        </p:spPr>
      </p:sp>
      <p:sp>
        <p:nvSpPr>
          <p:cNvPr id="42" name="Shape 40"/>
          <p:cNvSpPr/>
          <p:nvPr/>
        </p:nvSpPr>
        <p:spPr>
          <a:xfrm>
            <a:off x="9144000" y="0"/>
            <a:ext cx="0" cy="5143500"/>
          </a:xfrm>
          <a:prstGeom prst="line">
            <a:avLst/>
          </a:prstGeom>
          <a:noFill/>
          <a:ln w="3810">
            <a:solidFill>
              <a:srgbClr val="00D4FF">
                <a:alpha val="8000"/>
              </a:srgbClr>
            </a:solidFill>
            <a:prstDash val="solid"/>
          </a:ln>
        </p:spPr>
      </p:sp>
      <p:sp>
        <p:nvSpPr>
          <p:cNvPr id="43" name="Shape 41"/>
          <p:cNvSpPr/>
          <p:nvPr/>
        </p:nvSpPr>
        <p:spPr>
          <a:xfrm>
            <a:off x="0" y="5120640"/>
            <a:ext cx="9144000" cy="0"/>
          </a:xfrm>
          <a:prstGeom prst="line">
            <a:avLst/>
          </a:prstGeom>
          <a:noFill/>
          <a:ln w="3810">
            <a:solidFill>
              <a:srgbClr val="00D4FF">
                <a:alpha val="8000"/>
              </a:srgbClr>
            </a:solidFill>
            <a:prstDash val="solid"/>
          </a:ln>
        </p:spPr>
      </p:sp>
      <p:sp>
        <p:nvSpPr>
          <p:cNvPr id="44" name="Shape 42"/>
          <p:cNvSpPr/>
          <p:nvPr/>
        </p:nvSpPr>
        <p:spPr>
          <a:xfrm>
            <a:off x="5943600" y="-914400"/>
            <a:ext cx="4114800" cy="4114800"/>
          </a:xfrm>
          <a:prstGeom prst="ellipse">
            <a:avLst/>
          </a:prstGeom>
          <a:solidFill>
            <a:srgbClr val="00D4FF">
              <a:alpha val="10000"/>
            </a:srgbClr>
          </a:solidFill>
          <a:ln w="12700">
            <a:solidFill>
              <a:srgbClr val="00D4FF">
                <a:alpha val="0"/>
              </a:srgbClr>
            </a:solidFill>
            <a:prstDash val="solid"/>
          </a:ln>
        </p:spPr>
      </p:sp>
      <p:sp>
        <p:nvSpPr>
          <p:cNvPr id="45" name="Shape 43"/>
          <p:cNvSpPr/>
          <p:nvPr/>
        </p:nvSpPr>
        <p:spPr>
          <a:xfrm>
            <a:off x="6400800" y="-457200"/>
            <a:ext cx="3200400" cy="3200400"/>
          </a:xfrm>
          <a:prstGeom prst="ellipse">
            <a:avLst/>
          </a:prstGeom>
          <a:solidFill>
            <a:srgbClr val="0072FF">
              <a:alpha val="7000"/>
            </a:srgbClr>
          </a:solidFill>
          <a:ln w="12700">
            <a:solidFill>
              <a:srgbClr val="00D4FF">
                <a:alpha val="0"/>
              </a:srgbClr>
            </a:solidFill>
            <a:prstDash val="solid"/>
          </a:ln>
        </p:spPr>
      </p:sp>
      <p:sp>
        <p:nvSpPr>
          <p:cNvPr id="46" name="Text 44"/>
          <p:cNvSpPr/>
          <p:nvPr/>
        </p:nvSpPr>
        <p:spPr>
          <a:xfrm>
            <a:off x="548640" y="1097280"/>
            <a:ext cx="7315200" cy="1280160"/>
          </a:xfrm>
          <a:prstGeom prst="rect">
            <a:avLst/>
          </a:prstGeom>
          <a:noFill/>
          <a:ln/>
        </p:spPr>
        <p:txBody>
          <a:bodyPr wrap="square" lIns="0" tIns="0" rIns="0" bIns="0" rtlCol="0" anchor="ctr"/>
          <a:lstStyle/>
          <a:p>
            <a:pPr algn="l" indent="0" marL="0">
              <a:buNone/>
            </a:pPr>
            <a:r>
              <a:rPr lang="en-US" sz="7200" b="1" dirty="0">
                <a:solidFill>
                  <a:srgbClr val="FFFFFF"/>
                </a:solidFill>
                <a:effectLst>
                  <a:glow rad="203200">
                    <a:srgbClr val="00D4FF">
                      <a:alpha val="70000"/>
                    </a:srgbClr>
                  </a:glow>
                </a:effectLst>
                <a:latin typeface="Impact" pitchFamily="34" charset="0"/>
                <a:ea typeface="Impact" pitchFamily="34" charset="-122"/>
                <a:cs typeface="Impact" pitchFamily="34" charset="-120"/>
              </a:rPr>
              <a:t>TURBO EVADE</a:t>
            </a:r>
            <a:endParaRPr lang="en-US" sz="7200" dirty="0"/>
          </a:p>
        </p:txBody>
      </p:sp>
      <p:sp>
        <p:nvSpPr>
          <p:cNvPr id="47" name="Text 45"/>
          <p:cNvSpPr/>
          <p:nvPr/>
        </p:nvSpPr>
        <p:spPr>
          <a:xfrm>
            <a:off x="594360" y="2331720"/>
            <a:ext cx="5486400" cy="457200"/>
          </a:xfrm>
          <a:prstGeom prst="rect">
            <a:avLst/>
          </a:prstGeom>
          <a:noFill/>
          <a:ln/>
        </p:spPr>
        <p:txBody>
          <a:bodyPr wrap="square" lIns="0" tIns="0" rIns="0" bIns="0" rtlCol="0" anchor="ctr"/>
          <a:lstStyle/>
          <a:p>
            <a:pPr algn="l" indent="0" marL="0">
              <a:buNone/>
            </a:pPr>
            <a:r>
              <a:rPr lang="en-US" sz="1800" spc="600" kern="0" dirty="0">
                <a:solidFill>
                  <a:srgbClr val="00D4FF"/>
                </a:solidFill>
                <a:latin typeface="Calibri" pitchFamily="34" charset="0"/>
                <a:ea typeface="Calibri" pitchFamily="34" charset="-122"/>
                <a:cs typeface="Calibri" pitchFamily="34" charset="-120"/>
              </a:rPr>
              <a:t>Real Cars Edition</a:t>
            </a:r>
            <a:endParaRPr lang="en-US" sz="1800" dirty="0"/>
          </a:p>
        </p:txBody>
      </p:sp>
      <p:sp>
        <p:nvSpPr>
          <p:cNvPr id="48" name="Shape 46"/>
          <p:cNvSpPr/>
          <p:nvPr/>
        </p:nvSpPr>
        <p:spPr>
          <a:xfrm>
            <a:off x="548640" y="2880360"/>
            <a:ext cx="4572000" cy="0"/>
          </a:xfrm>
          <a:prstGeom prst="line">
            <a:avLst/>
          </a:prstGeom>
          <a:noFill/>
          <a:ln w="19050">
            <a:solidFill>
              <a:srgbClr val="00D4FF"/>
            </a:solidFill>
            <a:prstDash val="solid"/>
          </a:ln>
        </p:spPr>
      </p:sp>
      <p:sp>
        <p:nvSpPr>
          <p:cNvPr id="49" name="Shape 47"/>
          <p:cNvSpPr/>
          <p:nvPr/>
        </p:nvSpPr>
        <p:spPr>
          <a:xfrm>
            <a:off x="548640" y="3063240"/>
            <a:ext cx="4754880" cy="1645920"/>
          </a:xfrm>
          <a:prstGeom prst="rect">
            <a:avLst/>
          </a:prstGeom>
          <a:solidFill>
            <a:srgbClr val="0D0D15"/>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50" name="Shape 48"/>
          <p:cNvSpPr/>
          <p:nvPr/>
        </p:nvSpPr>
        <p:spPr>
          <a:xfrm>
            <a:off x="548640" y="3063240"/>
            <a:ext cx="54864" cy="1645920"/>
          </a:xfrm>
          <a:prstGeom prst="rect">
            <a:avLst/>
          </a:prstGeom>
          <a:solidFill>
            <a:srgbClr val="00D4FF"/>
          </a:solidFill>
          <a:ln w="12700">
            <a:solidFill>
              <a:srgbClr val="00D4FF"/>
            </a:solidFill>
            <a:prstDash val="solid"/>
          </a:ln>
        </p:spPr>
      </p:sp>
      <p:sp>
        <p:nvSpPr>
          <p:cNvPr id="51" name="Text 49"/>
          <p:cNvSpPr/>
          <p:nvPr/>
        </p:nvSpPr>
        <p:spPr>
          <a:xfrm>
            <a:off x="777240" y="3154680"/>
            <a:ext cx="4389120" cy="1417320"/>
          </a:xfrm>
          <a:prstGeom prst="rect">
            <a:avLst/>
          </a:prstGeom>
          <a:noFill/>
          <a:ln/>
        </p:spPr>
        <p:txBody>
          <a:bodyPr wrap="square" lIns="0" tIns="0" rIns="0" bIns="0" rtlCol="0" anchor="ctr"/>
          <a:lstStyle/>
          <a:p>
            <a:pPr indent="0" marL="0">
              <a:buNone/>
            </a:pPr>
            <a:r>
              <a:rPr lang="en-US" sz="1100" dirty="0">
                <a:solidFill>
                  <a:srgbClr val="8899A6"/>
                </a:solidFill>
                <a:latin typeface="Calibri" pitchFamily="34" charset="0"/>
                <a:ea typeface="Calibri" pitchFamily="34" charset="-122"/>
                <a:cs typeface="Calibri" pitchFamily="34" charset="-120"/>
              </a:rPr>
              <a:t>Presented by</a:t>
            </a:r>
            <a:endParaRPr lang="en-US" sz="1100" dirty="0"/>
          </a:p>
          <a:p>
            <a:pPr indent="0" marL="0">
              <a:buNone/>
            </a:pPr>
            <a:r>
              <a:rPr lang="en-US" sz="1600" b="1" dirty="0">
                <a:solidFill>
                  <a:srgbClr val="FFFFFF"/>
                </a:solidFill>
                <a:latin typeface="Calibri" pitchFamily="34" charset="0"/>
                <a:ea typeface="Calibri" pitchFamily="34" charset="-122"/>
                <a:cs typeface="Calibri" pitchFamily="34" charset="-120"/>
              </a:rPr>
              <a:t>Umar Khan  &amp;  Abdul Saboor</a:t>
            </a:r>
            <a:endParaRPr lang="en-US" sz="1100" dirty="0"/>
          </a:p>
          <a:p>
            <a:pPr indent="0" marL="0">
              <a:buNone/>
            </a:pPr>
            <a:r>
              <a:rPr lang="en-US" sz="1300" dirty="0">
                <a:solidFill>
                  <a:srgbClr val="00D4FF"/>
                </a:solidFill>
                <a:latin typeface="Calibri" pitchFamily="34" charset="0"/>
                <a:ea typeface="Calibri" pitchFamily="34" charset="-122"/>
                <a:cs typeface="Calibri" pitchFamily="34" charset="-120"/>
              </a:rPr>
              <a:t>Roll No: 38  &amp;  Roll No: 60</a:t>
            </a:r>
            <a:endParaRPr lang="en-US" sz="1100" dirty="0"/>
          </a:p>
          <a:p>
            <a:pPr indent="0" marL="0">
              <a:buNone/>
            </a:pPr>
            <a:r>
              <a:rPr lang="en-US" sz="1300" b="1" dirty="0">
                <a:solidFill>
                  <a:srgbClr val="FFD700"/>
                </a:solidFill>
                <a:latin typeface="Calibri" pitchFamily="34" charset="0"/>
                <a:ea typeface="Calibri" pitchFamily="34" charset="-122"/>
                <a:cs typeface="Calibri" pitchFamily="34" charset="-120"/>
              </a:rPr>
              <a:t>University of Layyah</a:t>
            </a:r>
            <a:endParaRPr lang="en-US" sz="1100" dirty="0"/>
          </a:p>
        </p:txBody>
      </p:sp>
      <p:sp>
        <p:nvSpPr>
          <p:cNvPr id="52" name="Text 50"/>
          <p:cNvSpPr/>
          <p:nvPr/>
        </p:nvSpPr>
        <p:spPr>
          <a:xfrm>
            <a:off x="548640" y="4663440"/>
            <a:ext cx="7315200" cy="320040"/>
          </a:xfrm>
          <a:prstGeom prst="rect">
            <a:avLst/>
          </a:prstGeom>
          <a:noFill/>
          <a:ln/>
        </p:spPr>
        <p:txBody>
          <a:bodyPr wrap="square" lIns="0" tIns="0" rIns="0" bIns="0" rtlCol="0" anchor="ctr"/>
          <a:lstStyle/>
          <a:p>
            <a:pPr algn="l" indent="0" marL="0">
              <a:buNone/>
            </a:pPr>
            <a:r>
              <a:rPr lang="en-US" sz="1000" spc="200" kern="0" dirty="0">
                <a:solidFill>
                  <a:srgbClr val="8899A6"/>
                </a:solidFill>
                <a:latin typeface="Calibri" pitchFamily="34" charset="0"/>
                <a:ea typeface="Calibri" pitchFamily="34" charset="-122"/>
                <a:cs typeface="Calibri" pitchFamily="34" charset="-120"/>
              </a:rPr>
              <a:t>HTML5 BROWSER GAME  •  JAVASCRIPT  •  2025</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2121A"/>
          </a:solidFill>
          <a:ln w="12700">
            <a:solidFill>
              <a:srgbClr val="12121A"/>
            </a:solidFill>
            <a:prstDash val="solid"/>
          </a:ln>
        </p:spPr>
      </p:sp>
      <p:sp>
        <p:nvSpPr>
          <p:cNvPr id="3" name="Text 1"/>
          <p:cNvSpPr/>
          <p:nvPr/>
        </p:nvSpPr>
        <p:spPr>
          <a:xfrm>
            <a:off x="274320" y="320040"/>
            <a:ext cx="8595360" cy="640080"/>
          </a:xfrm>
          <a:prstGeom prst="rect">
            <a:avLst/>
          </a:prstGeom>
          <a:noFill/>
          <a:ln/>
        </p:spPr>
        <p:txBody>
          <a:bodyPr wrap="square" lIns="0" tIns="0" rIns="0" bIns="0" rtlCol="0" anchor="ctr"/>
          <a:lstStyle/>
          <a:p>
            <a:pPr algn="l" indent="0" marL="0">
              <a:buNone/>
            </a:pPr>
            <a:r>
              <a:rPr lang="en-US" sz="2800" b="1" dirty="0">
                <a:solidFill>
                  <a:srgbClr val="00D4FF"/>
                </a:solidFill>
                <a:effectLst>
                  <a:glow rad="101600">
                    <a:srgbClr val="00D4FF">
                      <a:alpha val="60000"/>
                    </a:srgbClr>
                  </a:glow>
                </a:effectLst>
                <a:latin typeface="Arial Black" pitchFamily="34" charset="0"/>
                <a:ea typeface="Arial Black" pitchFamily="34" charset="-122"/>
                <a:cs typeface="Arial Black" pitchFamily="34" charset="-120"/>
              </a:rPr>
              <a:t>🎮  GAME OVERVIEW</a:t>
            </a:r>
            <a:endParaRPr lang="en-US" sz="2800" dirty="0"/>
          </a:p>
        </p:txBody>
      </p:sp>
      <p:sp>
        <p:nvSpPr>
          <p:cNvPr id="4" name="Shape 2"/>
          <p:cNvSpPr/>
          <p:nvPr/>
        </p:nvSpPr>
        <p:spPr>
          <a:xfrm>
            <a:off x="274320" y="1143000"/>
            <a:ext cx="4023360" cy="356616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5" name="Shape 3"/>
          <p:cNvSpPr/>
          <p:nvPr/>
        </p:nvSpPr>
        <p:spPr>
          <a:xfrm>
            <a:off x="274320" y="1143000"/>
            <a:ext cx="54864" cy="3566160"/>
          </a:xfrm>
          <a:prstGeom prst="rect">
            <a:avLst/>
          </a:prstGeom>
          <a:solidFill>
            <a:srgbClr val="00D4FF"/>
          </a:solidFill>
          <a:ln w="12700">
            <a:solidFill>
              <a:srgbClr val="00D4FF"/>
            </a:solidFill>
            <a:prstDash val="solid"/>
          </a:ln>
        </p:spPr>
      </p:sp>
      <p:sp>
        <p:nvSpPr>
          <p:cNvPr id="6" name="Text 4"/>
          <p:cNvSpPr/>
          <p:nvPr/>
        </p:nvSpPr>
        <p:spPr>
          <a:xfrm>
            <a:off x="502920" y="1234440"/>
            <a:ext cx="3566160" cy="411480"/>
          </a:xfrm>
          <a:prstGeom prst="rect">
            <a:avLst/>
          </a:prstGeom>
          <a:noFill/>
          <a:ln/>
        </p:spPr>
        <p:txBody>
          <a:bodyPr wrap="square" lIns="0" tIns="0" rIns="0" bIns="0" rtlCol="0" anchor="ctr"/>
          <a:lstStyle/>
          <a:p>
            <a:pPr indent="0" marL="0">
              <a:buNone/>
            </a:pPr>
            <a:r>
              <a:rPr lang="en-US" sz="1500" b="1" dirty="0">
                <a:solidFill>
                  <a:srgbClr val="00D4FF"/>
                </a:solidFill>
                <a:latin typeface="Arial Black" pitchFamily="34" charset="0"/>
                <a:ea typeface="Arial Black" pitchFamily="34" charset="-122"/>
                <a:cs typeface="Arial Black" pitchFamily="34" charset="-120"/>
              </a:rPr>
              <a:t>What is Turbo Evade?</a:t>
            </a:r>
            <a:endParaRPr lang="en-US" sz="1500" dirty="0"/>
          </a:p>
        </p:txBody>
      </p:sp>
      <p:sp>
        <p:nvSpPr>
          <p:cNvPr id="7" name="Text 5"/>
          <p:cNvSpPr/>
          <p:nvPr/>
        </p:nvSpPr>
        <p:spPr>
          <a:xfrm>
            <a:off x="502920" y="1691640"/>
            <a:ext cx="3566160" cy="2468880"/>
          </a:xfrm>
          <a:prstGeom prst="rect">
            <a:avLst/>
          </a:prstGeom>
          <a:noFill/>
          <a:ln/>
        </p:spPr>
        <p:txBody>
          <a:bodyPr wrap="square" lIns="0" tIns="0" rIns="0" bIns="0" rtlCol="0" anchor="t"/>
          <a:lstStyle/>
          <a:p>
            <a:pPr indent="0" marL="0">
              <a:buNone/>
            </a:pPr>
            <a:r>
              <a:rPr lang="en-US" sz="1250" dirty="0">
                <a:solidFill>
                  <a:srgbClr val="FFFFFF"/>
                </a:solidFill>
                <a:latin typeface="Calibri" pitchFamily="34" charset="0"/>
                <a:ea typeface="Calibri" pitchFamily="34" charset="-122"/>
                <a:cs typeface="Calibri" pitchFamily="34" charset="-120"/>
              </a:rPr>
              <a:t>Turbo Evade is an action-packed, HTML5 browser game built entirely with vanilla JavaScript, HTML, and CSS — no external game engines.</a:t>
            </a:r>
            <a:endParaRPr lang="en-US" sz="1250" dirty="0"/>
          </a:p>
          <a:p>
            <a:pPr indent="0" marL="0">
              <a:buNone/>
            </a:pPr>
            <a:r>
              <a:rPr lang="en-US" sz="600" dirty="0">
                <a:solidFill>
                  <a:srgbClr val="000000"/>
                </a:solidFill>
                <a:latin typeface="Calibri" pitchFamily="34" charset="0"/>
                <a:ea typeface="Calibri" pitchFamily="34" charset="-122"/>
                <a:cs typeface="Calibri" pitchFamily="34" charset="-120"/>
              </a:rPr>
              <a:t> </a:t>
            </a:r>
            <a:endParaRPr lang="en-US" sz="1250" dirty="0"/>
          </a:p>
          <a:p>
            <a:pPr indent="0" marL="0">
              <a:buNone/>
            </a:pPr>
            <a:r>
              <a:rPr lang="en-US" sz="1200" dirty="0">
                <a:solidFill>
                  <a:srgbClr val="AAAAAA"/>
                </a:solidFill>
                <a:latin typeface="Calibri" pitchFamily="34" charset="0"/>
                <a:ea typeface="Calibri" pitchFamily="34" charset="-122"/>
                <a:cs typeface="Calibri" pitchFamily="34" charset="-120"/>
              </a:rPr>
              <a:t>Players control a customizable car speeding down a highway, dodging oncoming traffic, collecting power-ups, managing fuel, and advancing through 150 unique track levels.</a:t>
            </a:r>
            <a:endParaRPr lang="en-US" sz="1250" dirty="0"/>
          </a:p>
        </p:txBody>
      </p:sp>
      <p:sp>
        <p:nvSpPr>
          <p:cNvPr id="8" name="Shape 6"/>
          <p:cNvSpPr/>
          <p:nvPr/>
        </p:nvSpPr>
        <p:spPr>
          <a:xfrm>
            <a:off x="4572000" y="1143000"/>
            <a:ext cx="4297680" cy="160020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9" name="Text 7"/>
          <p:cNvSpPr/>
          <p:nvPr/>
        </p:nvSpPr>
        <p:spPr>
          <a:xfrm>
            <a:off x="4709160" y="1234440"/>
            <a:ext cx="914400" cy="274320"/>
          </a:xfrm>
          <a:prstGeom prst="rect">
            <a:avLst/>
          </a:prstGeom>
          <a:noFill/>
          <a:ln/>
        </p:spPr>
        <p:txBody>
          <a:bodyPr wrap="square" lIns="0" tIns="0" rIns="0" bIns="0" rtlCol="0" anchor="ctr"/>
          <a:lstStyle/>
          <a:p>
            <a:pPr indent="0" marL="0">
              <a:buNone/>
            </a:pPr>
            <a:r>
              <a:rPr lang="en-US" sz="900" dirty="0">
                <a:solidFill>
                  <a:srgbClr val="8899A6"/>
                </a:solidFill>
              </a:rPr>
              <a:t>Genre</a:t>
            </a:r>
            <a:endParaRPr lang="en-US" sz="900" dirty="0"/>
          </a:p>
        </p:txBody>
      </p:sp>
      <p:sp>
        <p:nvSpPr>
          <p:cNvPr id="10" name="Text 8"/>
          <p:cNvSpPr/>
          <p:nvPr/>
        </p:nvSpPr>
        <p:spPr>
          <a:xfrm>
            <a:off x="4709160" y="1481328"/>
            <a:ext cx="3840480" cy="274320"/>
          </a:xfrm>
          <a:prstGeom prst="rect">
            <a:avLst/>
          </a:prstGeom>
          <a:noFill/>
          <a:ln/>
        </p:spPr>
        <p:txBody>
          <a:bodyPr wrap="square" lIns="0" tIns="0" rIns="0" bIns="0" rtlCol="0" anchor="ctr"/>
          <a:lstStyle/>
          <a:p>
            <a:pPr indent="0" marL="0">
              <a:buNone/>
            </a:pPr>
            <a:r>
              <a:rPr lang="en-US" sz="1400" dirty="0">
                <a:solidFill>
                  <a:srgbClr val="00D4FF"/>
                </a:solidFill>
                <a:latin typeface="Arial Black" pitchFamily="34" charset="0"/>
                <a:ea typeface="Arial Black" pitchFamily="34" charset="-122"/>
                <a:cs typeface="Arial Black" pitchFamily="34" charset="-120"/>
              </a:rPr>
              <a:t>Endless Arcade Racer</a:t>
            </a:r>
            <a:endParaRPr lang="en-US" sz="1400" dirty="0"/>
          </a:p>
        </p:txBody>
      </p:sp>
      <p:sp>
        <p:nvSpPr>
          <p:cNvPr id="11" name="Shape 9"/>
          <p:cNvSpPr/>
          <p:nvPr/>
        </p:nvSpPr>
        <p:spPr>
          <a:xfrm>
            <a:off x="4709160" y="1828800"/>
            <a:ext cx="3931920" cy="0"/>
          </a:xfrm>
          <a:prstGeom prst="line">
            <a:avLst/>
          </a:prstGeom>
          <a:noFill/>
          <a:ln w="6350">
            <a:solidFill>
              <a:srgbClr val="FFFFFF">
                <a:alpha val="15000"/>
              </a:srgbClr>
            </a:solidFill>
            <a:prstDash val="solid"/>
          </a:ln>
        </p:spPr>
      </p:sp>
      <p:sp>
        <p:nvSpPr>
          <p:cNvPr id="12" name="Text 10"/>
          <p:cNvSpPr/>
          <p:nvPr/>
        </p:nvSpPr>
        <p:spPr>
          <a:xfrm>
            <a:off x="4709160" y="1920240"/>
            <a:ext cx="914400" cy="274320"/>
          </a:xfrm>
          <a:prstGeom prst="rect">
            <a:avLst/>
          </a:prstGeom>
          <a:noFill/>
          <a:ln/>
        </p:spPr>
        <p:txBody>
          <a:bodyPr wrap="square" lIns="0" tIns="0" rIns="0" bIns="0" rtlCol="0" anchor="ctr"/>
          <a:lstStyle/>
          <a:p>
            <a:pPr indent="0" marL="0">
              <a:buNone/>
            </a:pPr>
            <a:r>
              <a:rPr lang="en-US" sz="900" dirty="0">
                <a:solidFill>
                  <a:srgbClr val="8899A6"/>
                </a:solidFill>
              </a:rPr>
              <a:t>Platform</a:t>
            </a:r>
            <a:endParaRPr lang="en-US" sz="900" dirty="0"/>
          </a:p>
        </p:txBody>
      </p:sp>
      <p:sp>
        <p:nvSpPr>
          <p:cNvPr id="13" name="Text 11"/>
          <p:cNvSpPr/>
          <p:nvPr/>
        </p:nvSpPr>
        <p:spPr>
          <a:xfrm>
            <a:off x="4709160" y="2176272"/>
            <a:ext cx="3931920" cy="36576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Web Browser (Desktop &amp; Mobile)</a:t>
            </a:r>
            <a:endParaRPr lang="en-US" sz="1300" dirty="0"/>
          </a:p>
        </p:txBody>
      </p:sp>
      <p:sp>
        <p:nvSpPr>
          <p:cNvPr id="14" name="Shape 12"/>
          <p:cNvSpPr/>
          <p:nvPr/>
        </p:nvSpPr>
        <p:spPr>
          <a:xfrm>
            <a:off x="4572000" y="2880360"/>
            <a:ext cx="4297680" cy="182880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15" name="Text 13"/>
          <p:cNvSpPr/>
          <p:nvPr/>
        </p:nvSpPr>
        <p:spPr>
          <a:xfrm>
            <a:off x="4709160" y="2971800"/>
            <a:ext cx="3840480" cy="274320"/>
          </a:xfrm>
          <a:prstGeom prst="rect">
            <a:avLst/>
          </a:prstGeom>
          <a:noFill/>
          <a:ln/>
        </p:spPr>
        <p:txBody>
          <a:bodyPr wrap="square" lIns="0" tIns="0" rIns="0" bIns="0" rtlCol="0" anchor="ctr"/>
          <a:lstStyle/>
          <a:p>
            <a:pPr indent="0" marL="0">
              <a:buNone/>
            </a:pPr>
            <a:r>
              <a:rPr lang="en-US" sz="1100" dirty="0">
                <a:solidFill>
                  <a:srgbClr val="FFD700"/>
                </a:solidFill>
                <a:latin typeface="Arial Black" pitchFamily="34" charset="0"/>
                <a:ea typeface="Arial Black" pitchFamily="34" charset="-122"/>
                <a:cs typeface="Arial Black" pitchFamily="34" charset="-120"/>
              </a:rPr>
              <a:t>Tech Stack</a:t>
            </a:r>
            <a:endParaRPr lang="en-US" sz="1100" dirty="0"/>
          </a:p>
        </p:txBody>
      </p:sp>
      <p:sp>
        <p:nvSpPr>
          <p:cNvPr id="16" name="Shape 14"/>
          <p:cNvSpPr/>
          <p:nvPr/>
        </p:nvSpPr>
        <p:spPr>
          <a:xfrm>
            <a:off x="4709160" y="3337560"/>
            <a:ext cx="91440" cy="91440"/>
          </a:xfrm>
          <a:prstGeom prst="ellipse">
            <a:avLst/>
          </a:prstGeom>
          <a:solidFill>
            <a:srgbClr val="FF3B3B"/>
          </a:solidFill>
          <a:ln w="12700">
            <a:solidFill>
              <a:srgbClr val="FF3B3B"/>
            </a:solidFill>
            <a:prstDash val="solid"/>
          </a:ln>
        </p:spPr>
      </p:sp>
      <p:sp>
        <p:nvSpPr>
          <p:cNvPr id="17" name="Text 15"/>
          <p:cNvSpPr/>
          <p:nvPr/>
        </p:nvSpPr>
        <p:spPr>
          <a:xfrm>
            <a:off x="4892040" y="3300984"/>
            <a:ext cx="3749040" cy="2286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HTML5</a:t>
            </a:r>
            <a:endParaRPr lang="en-US" sz="1100" dirty="0"/>
          </a:p>
        </p:txBody>
      </p:sp>
      <p:sp>
        <p:nvSpPr>
          <p:cNvPr id="18" name="Shape 16"/>
          <p:cNvSpPr/>
          <p:nvPr/>
        </p:nvSpPr>
        <p:spPr>
          <a:xfrm>
            <a:off x="4709160" y="3584448"/>
            <a:ext cx="91440" cy="91440"/>
          </a:xfrm>
          <a:prstGeom prst="ellipse">
            <a:avLst/>
          </a:prstGeom>
          <a:solidFill>
            <a:srgbClr val="00D4FF"/>
          </a:solidFill>
          <a:ln w="12700">
            <a:solidFill>
              <a:srgbClr val="00D4FF"/>
            </a:solidFill>
            <a:prstDash val="solid"/>
          </a:ln>
        </p:spPr>
      </p:sp>
      <p:sp>
        <p:nvSpPr>
          <p:cNvPr id="19" name="Text 17"/>
          <p:cNvSpPr/>
          <p:nvPr/>
        </p:nvSpPr>
        <p:spPr>
          <a:xfrm>
            <a:off x="4892040" y="3547872"/>
            <a:ext cx="3749040" cy="2286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CSS3 (Animations, Variables)</a:t>
            </a:r>
            <a:endParaRPr lang="en-US" sz="1100" dirty="0"/>
          </a:p>
        </p:txBody>
      </p:sp>
      <p:sp>
        <p:nvSpPr>
          <p:cNvPr id="20" name="Shape 18"/>
          <p:cNvSpPr/>
          <p:nvPr/>
        </p:nvSpPr>
        <p:spPr>
          <a:xfrm>
            <a:off x="4709160" y="3831336"/>
            <a:ext cx="91440" cy="91440"/>
          </a:xfrm>
          <a:prstGeom prst="ellipse">
            <a:avLst/>
          </a:prstGeom>
          <a:solidFill>
            <a:srgbClr val="2ECC71"/>
          </a:solidFill>
          <a:ln w="12700">
            <a:solidFill>
              <a:srgbClr val="2ECC71"/>
            </a:solidFill>
            <a:prstDash val="solid"/>
          </a:ln>
        </p:spPr>
      </p:sp>
      <p:sp>
        <p:nvSpPr>
          <p:cNvPr id="21" name="Text 19"/>
          <p:cNvSpPr/>
          <p:nvPr/>
        </p:nvSpPr>
        <p:spPr>
          <a:xfrm>
            <a:off x="4892040" y="3794760"/>
            <a:ext cx="3749040" cy="2286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Vanilla JavaScript (ES6+)</a:t>
            </a:r>
            <a:endParaRPr lang="en-US" sz="1100" dirty="0"/>
          </a:p>
        </p:txBody>
      </p:sp>
      <p:sp>
        <p:nvSpPr>
          <p:cNvPr id="22" name="Shape 20"/>
          <p:cNvSpPr/>
          <p:nvPr/>
        </p:nvSpPr>
        <p:spPr>
          <a:xfrm>
            <a:off x="4709160" y="4078224"/>
            <a:ext cx="91440" cy="91440"/>
          </a:xfrm>
          <a:prstGeom prst="ellipse">
            <a:avLst/>
          </a:prstGeom>
          <a:solidFill>
            <a:srgbClr val="FF69B4"/>
          </a:solidFill>
          <a:ln w="12700">
            <a:solidFill>
              <a:srgbClr val="FF69B4"/>
            </a:solidFill>
            <a:prstDash val="solid"/>
          </a:ln>
        </p:spPr>
      </p:sp>
      <p:sp>
        <p:nvSpPr>
          <p:cNvPr id="23" name="Text 21"/>
          <p:cNvSpPr/>
          <p:nvPr/>
        </p:nvSpPr>
        <p:spPr>
          <a:xfrm>
            <a:off x="4892040" y="4041648"/>
            <a:ext cx="3749040" cy="2286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SVG Graphics</a:t>
            </a:r>
            <a:endParaRPr lang="en-US" sz="1100" dirty="0"/>
          </a:p>
        </p:txBody>
      </p:sp>
      <p:sp>
        <p:nvSpPr>
          <p:cNvPr id="24" name="Shape 22"/>
          <p:cNvSpPr/>
          <p:nvPr/>
        </p:nvSpPr>
        <p:spPr>
          <a:xfrm>
            <a:off x="4709160" y="4325112"/>
            <a:ext cx="91440" cy="91440"/>
          </a:xfrm>
          <a:prstGeom prst="ellipse">
            <a:avLst/>
          </a:prstGeom>
          <a:solidFill>
            <a:srgbClr val="FFD700"/>
          </a:solidFill>
          <a:ln w="12700">
            <a:solidFill>
              <a:srgbClr val="FFD700"/>
            </a:solidFill>
            <a:prstDash val="solid"/>
          </a:ln>
        </p:spPr>
      </p:sp>
      <p:sp>
        <p:nvSpPr>
          <p:cNvPr id="25" name="Text 23"/>
          <p:cNvSpPr/>
          <p:nvPr/>
        </p:nvSpPr>
        <p:spPr>
          <a:xfrm>
            <a:off x="4892040" y="4288536"/>
            <a:ext cx="3749040" cy="228600"/>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Web Audio API</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2121A"/>
          </a:solidFill>
          <a:ln w="12700">
            <a:solidFill>
              <a:srgbClr val="12121A"/>
            </a:solidFill>
            <a:prstDash val="solid"/>
          </a:ln>
        </p:spPr>
      </p:sp>
      <p:sp>
        <p:nvSpPr>
          <p:cNvPr id="3" name="Text 1"/>
          <p:cNvSpPr/>
          <p:nvPr/>
        </p:nvSpPr>
        <p:spPr>
          <a:xfrm>
            <a:off x="274320" y="320040"/>
            <a:ext cx="8595360" cy="640080"/>
          </a:xfrm>
          <a:prstGeom prst="rect">
            <a:avLst/>
          </a:prstGeom>
          <a:noFill/>
          <a:ln/>
        </p:spPr>
        <p:txBody>
          <a:bodyPr wrap="square" lIns="0" tIns="0" rIns="0" bIns="0" rtlCol="0" anchor="ctr"/>
          <a:lstStyle/>
          <a:p>
            <a:pPr algn="l" indent="0" marL="0">
              <a:buNone/>
            </a:pPr>
            <a:r>
              <a:rPr lang="en-US" sz="2800" b="1" dirty="0">
                <a:solidFill>
                  <a:srgbClr val="00D4FF"/>
                </a:solidFill>
                <a:effectLst>
                  <a:glow rad="101600">
                    <a:srgbClr val="00D4FF">
                      <a:alpha val="60000"/>
                    </a:srgbClr>
                  </a:glow>
                </a:effectLst>
                <a:latin typeface="Arial Black" pitchFamily="34" charset="0"/>
                <a:ea typeface="Arial Black" pitchFamily="34" charset="-122"/>
                <a:cs typeface="Arial Black" pitchFamily="34" charset="-120"/>
              </a:rPr>
              <a:t>⚡  KEY GAME FEATURES</a:t>
            </a:r>
            <a:endParaRPr lang="en-US" sz="2800" dirty="0"/>
          </a:p>
        </p:txBody>
      </p:sp>
      <p:sp>
        <p:nvSpPr>
          <p:cNvPr id="4" name="Shape 2"/>
          <p:cNvSpPr/>
          <p:nvPr/>
        </p:nvSpPr>
        <p:spPr>
          <a:xfrm>
            <a:off x="274320" y="1188720"/>
            <a:ext cx="4206240" cy="82296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5" name="Shape 3"/>
          <p:cNvSpPr/>
          <p:nvPr/>
        </p:nvSpPr>
        <p:spPr>
          <a:xfrm>
            <a:off x="274320" y="1188720"/>
            <a:ext cx="54864" cy="822960"/>
          </a:xfrm>
          <a:prstGeom prst="rect">
            <a:avLst/>
          </a:prstGeom>
          <a:solidFill>
            <a:srgbClr val="00D4FF"/>
          </a:solidFill>
          <a:ln w="12700">
            <a:solidFill>
              <a:srgbClr val="00D4FF"/>
            </a:solidFill>
            <a:prstDash val="solid"/>
          </a:ln>
        </p:spPr>
      </p:sp>
      <p:sp>
        <p:nvSpPr>
          <p:cNvPr id="6" name="Text 4"/>
          <p:cNvSpPr/>
          <p:nvPr/>
        </p:nvSpPr>
        <p:spPr>
          <a:xfrm>
            <a:off x="457200" y="1252728"/>
            <a:ext cx="3840480" cy="274320"/>
          </a:xfrm>
          <a:prstGeom prst="rect">
            <a:avLst/>
          </a:prstGeom>
          <a:noFill/>
          <a:ln/>
        </p:spPr>
        <p:txBody>
          <a:bodyPr wrap="square" lIns="0" tIns="0" rIns="0" bIns="0" rtlCol="0" anchor="ctr"/>
          <a:lstStyle/>
          <a:p>
            <a:pPr indent="0" marL="0">
              <a:buNone/>
            </a:pPr>
            <a:r>
              <a:rPr lang="en-US" sz="1300" b="1" dirty="0">
                <a:solidFill>
                  <a:srgbClr val="00D4FF"/>
                </a:solidFill>
                <a:latin typeface="Arial Black" pitchFamily="34" charset="0"/>
                <a:ea typeface="Arial Black" pitchFamily="34" charset="-122"/>
                <a:cs typeface="Arial Black" pitchFamily="34" charset="-120"/>
              </a:rPr>
              <a:t>🚗 5 Car Skins</a:t>
            </a:r>
            <a:endParaRPr lang="en-US" sz="1300" dirty="0"/>
          </a:p>
        </p:txBody>
      </p:sp>
      <p:sp>
        <p:nvSpPr>
          <p:cNvPr id="7" name="Text 5"/>
          <p:cNvSpPr/>
          <p:nvPr/>
        </p:nvSpPr>
        <p:spPr>
          <a:xfrm>
            <a:off x="457200" y="1572768"/>
            <a:ext cx="3840480" cy="365760"/>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Cyan, Rouge, Lime, Gold &amp; Purple cars with custom body/hood colors</a:t>
            </a:r>
            <a:endParaRPr lang="en-US" sz="1050" dirty="0"/>
          </a:p>
        </p:txBody>
      </p:sp>
      <p:sp>
        <p:nvSpPr>
          <p:cNvPr id="8" name="Shape 6"/>
          <p:cNvSpPr/>
          <p:nvPr/>
        </p:nvSpPr>
        <p:spPr>
          <a:xfrm>
            <a:off x="4754880" y="1188720"/>
            <a:ext cx="4206240" cy="82296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9" name="Shape 7"/>
          <p:cNvSpPr/>
          <p:nvPr/>
        </p:nvSpPr>
        <p:spPr>
          <a:xfrm>
            <a:off x="4754880" y="1188720"/>
            <a:ext cx="54864" cy="822960"/>
          </a:xfrm>
          <a:prstGeom prst="rect">
            <a:avLst/>
          </a:prstGeom>
          <a:solidFill>
            <a:srgbClr val="0072FF"/>
          </a:solidFill>
          <a:ln w="12700">
            <a:solidFill>
              <a:srgbClr val="0072FF"/>
            </a:solidFill>
            <a:prstDash val="solid"/>
          </a:ln>
        </p:spPr>
      </p:sp>
      <p:sp>
        <p:nvSpPr>
          <p:cNvPr id="10" name="Text 8"/>
          <p:cNvSpPr/>
          <p:nvPr/>
        </p:nvSpPr>
        <p:spPr>
          <a:xfrm>
            <a:off x="4937760" y="1252728"/>
            <a:ext cx="3840480" cy="274320"/>
          </a:xfrm>
          <a:prstGeom prst="rect">
            <a:avLst/>
          </a:prstGeom>
          <a:noFill/>
          <a:ln/>
        </p:spPr>
        <p:txBody>
          <a:bodyPr wrap="square" lIns="0" tIns="0" rIns="0" bIns="0" rtlCol="0" anchor="ctr"/>
          <a:lstStyle/>
          <a:p>
            <a:pPr indent="0" marL="0">
              <a:buNone/>
            </a:pPr>
            <a:r>
              <a:rPr lang="en-US" sz="1300" b="1" dirty="0">
                <a:solidFill>
                  <a:srgbClr val="0072FF"/>
                </a:solidFill>
                <a:latin typeface="Arial Black" pitchFamily="34" charset="0"/>
                <a:ea typeface="Arial Black" pitchFamily="34" charset="-122"/>
                <a:cs typeface="Arial Black" pitchFamily="34" charset="-120"/>
              </a:rPr>
              <a:t>🛣️ 5 Road Themes</a:t>
            </a:r>
            <a:endParaRPr lang="en-US" sz="1300" dirty="0"/>
          </a:p>
        </p:txBody>
      </p:sp>
      <p:sp>
        <p:nvSpPr>
          <p:cNvPr id="11" name="Text 9"/>
          <p:cNvSpPr/>
          <p:nvPr/>
        </p:nvSpPr>
        <p:spPr>
          <a:xfrm>
            <a:off x="4937760" y="1572768"/>
            <a:ext cx="3840480" cy="365760"/>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Midnight, Neon, Desert, Forest &amp; Ocean road environments</a:t>
            </a:r>
            <a:endParaRPr lang="en-US" sz="1050" dirty="0"/>
          </a:p>
        </p:txBody>
      </p:sp>
      <p:sp>
        <p:nvSpPr>
          <p:cNvPr id="12" name="Shape 10"/>
          <p:cNvSpPr/>
          <p:nvPr/>
        </p:nvSpPr>
        <p:spPr>
          <a:xfrm>
            <a:off x="274320" y="2148840"/>
            <a:ext cx="4206240" cy="82296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13" name="Shape 11"/>
          <p:cNvSpPr/>
          <p:nvPr/>
        </p:nvSpPr>
        <p:spPr>
          <a:xfrm>
            <a:off x="274320" y="2148840"/>
            <a:ext cx="54864" cy="822960"/>
          </a:xfrm>
          <a:prstGeom prst="rect">
            <a:avLst/>
          </a:prstGeom>
          <a:solidFill>
            <a:srgbClr val="FFD700"/>
          </a:solidFill>
          <a:ln w="12700">
            <a:solidFill>
              <a:srgbClr val="FFD700"/>
            </a:solidFill>
            <a:prstDash val="solid"/>
          </a:ln>
        </p:spPr>
      </p:sp>
      <p:sp>
        <p:nvSpPr>
          <p:cNvPr id="14" name="Text 12"/>
          <p:cNvSpPr/>
          <p:nvPr/>
        </p:nvSpPr>
        <p:spPr>
          <a:xfrm>
            <a:off x="457200" y="2212848"/>
            <a:ext cx="3840480" cy="274320"/>
          </a:xfrm>
          <a:prstGeom prst="rect">
            <a:avLst/>
          </a:prstGeom>
          <a:noFill/>
          <a:ln/>
        </p:spPr>
        <p:txBody>
          <a:bodyPr wrap="square" lIns="0" tIns="0" rIns="0" bIns="0" rtlCol="0" anchor="ctr"/>
          <a:lstStyle/>
          <a:p>
            <a:pPr indent="0" marL="0">
              <a:buNone/>
            </a:pPr>
            <a:r>
              <a:rPr lang="en-US" sz="1300" b="1" dirty="0">
                <a:solidFill>
                  <a:srgbClr val="FFD700"/>
                </a:solidFill>
                <a:latin typeface="Arial Black" pitchFamily="34" charset="0"/>
                <a:ea typeface="Arial Black" pitchFamily="34" charset="-122"/>
                <a:cs typeface="Arial Black" pitchFamily="34" charset="-120"/>
              </a:rPr>
              <a:t>🏆 150 Levels</a:t>
            </a:r>
            <a:endParaRPr lang="en-US" sz="1300" dirty="0"/>
          </a:p>
        </p:txBody>
      </p:sp>
      <p:sp>
        <p:nvSpPr>
          <p:cNvPr id="15" name="Text 13"/>
          <p:cNvSpPr/>
          <p:nvPr/>
        </p:nvSpPr>
        <p:spPr>
          <a:xfrm>
            <a:off x="457200" y="2532888"/>
            <a:ext cx="3840480" cy="365760"/>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Progressively harder track levels, unlockable with Pink Coins</a:t>
            </a:r>
            <a:endParaRPr lang="en-US" sz="1050" dirty="0"/>
          </a:p>
        </p:txBody>
      </p:sp>
      <p:sp>
        <p:nvSpPr>
          <p:cNvPr id="16" name="Shape 14"/>
          <p:cNvSpPr/>
          <p:nvPr/>
        </p:nvSpPr>
        <p:spPr>
          <a:xfrm>
            <a:off x="4754880" y="2148840"/>
            <a:ext cx="4206240" cy="82296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17" name="Shape 15"/>
          <p:cNvSpPr/>
          <p:nvPr/>
        </p:nvSpPr>
        <p:spPr>
          <a:xfrm>
            <a:off x="4754880" y="2148840"/>
            <a:ext cx="54864" cy="822960"/>
          </a:xfrm>
          <a:prstGeom prst="rect">
            <a:avLst/>
          </a:prstGeom>
          <a:solidFill>
            <a:srgbClr val="E67E22"/>
          </a:solidFill>
          <a:ln w="12700">
            <a:solidFill>
              <a:srgbClr val="E67E22"/>
            </a:solidFill>
            <a:prstDash val="solid"/>
          </a:ln>
        </p:spPr>
      </p:sp>
      <p:sp>
        <p:nvSpPr>
          <p:cNvPr id="18" name="Text 16"/>
          <p:cNvSpPr/>
          <p:nvPr/>
        </p:nvSpPr>
        <p:spPr>
          <a:xfrm>
            <a:off x="4937760" y="2212848"/>
            <a:ext cx="3840480" cy="274320"/>
          </a:xfrm>
          <a:prstGeom prst="rect">
            <a:avLst/>
          </a:prstGeom>
          <a:noFill/>
          <a:ln/>
        </p:spPr>
        <p:txBody>
          <a:bodyPr wrap="square" lIns="0" tIns="0" rIns="0" bIns="0" rtlCol="0" anchor="ctr"/>
          <a:lstStyle/>
          <a:p>
            <a:pPr indent="0" marL="0">
              <a:buNone/>
            </a:pPr>
            <a:r>
              <a:rPr lang="en-US" sz="1300" b="1" dirty="0">
                <a:solidFill>
                  <a:srgbClr val="E67E22"/>
                </a:solidFill>
                <a:latin typeface="Arial Black" pitchFamily="34" charset="0"/>
                <a:ea typeface="Arial Black" pitchFamily="34" charset="-122"/>
                <a:cs typeface="Arial Black" pitchFamily="34" charset="-120"/>
              </a:rPr>
              <a:t>⛽ Fuel System</a:t>
            </a:r>
            <a:endParaRPr lang="en-US" sz="1300" dirty="0"/>
          </a:p>
        </p:txBody>
      </p:sp>
      <p:sp>
        <p:nvSpPr>
          <p:cNvPr id="19" name="Text 17"/>
          <p:cNvSpPr/>
          <p:nvPr/>
        </p:nvSpPr>
        <p:spPr>
          <a:xfrm>
            <a:off x="4937760" y="2532888"/>
            <a:ext cx="3840480" cy="365760"/>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Real fuel mechanics — collect tanks or crash when empty</a:t>
            </a:r>
            <a:endParaRPr lang="en-US" sz="1050" dirty="0"/>
          </a:p>
        </p:txBody>
      </p:sp>
      <p:sp>
        <p:nvSpPr>
          <p:cNvPr id="20" name="Shape 18"/>
          <p:cNvSpPr/>
          <p:nvPr/>
        </p:nvSpPr>
        <p:spPr>
          <a:xfrm>
            <a:off x="274320" y="3108960"/>
            <a:ext cx="4206240" cy="82296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21" name="Shape 19"/>
          <p:cNvSpPr/>
          <p:nvPr/>
        </p:nvSpPr>
        <p:spPr>
          <a:xfrm>
            <a:off x="274320" y="3108960"/>
            <a:ext cx="54864" cy="822960"/>
          </a:xfrm>
          <a:prstGeom prst="rect">
            <a:avLst/>
          </a:prstGeom>
          <a:solidFill>
            <a:srgbClr val="FFD700"/>
          </a:solidFill>
          <a:ln w="12700">
            <a:solidFill>
              <a:srgbClr val="FFD700"/>
            </a:solidFill>
            <a:prstDash val="solid"/>
          </a:ln>
        </p:spPr>
      </p:sp>
      <p:sp>
        <p:nvSpPr>
          <p:cNvPr id="22" name="Text 20"/>
          <p:cNvSpPr/>
          <p:nvPr/>
        </p:nvSpPr>
        <p:spPr>
          <a:xfrm>
            <a:off x="457200" y="3172968"/>
            <a:ext cx="3840480" cy="274320"/>
          </a:xfrm>
          <a:prstGeom prst="rect">
            <a:avLst/>
          </a:prstGeom>
          <a:noFill/>
          <a:ln/>
        </p:spPr>
        <p:txBody>
          <a:bodyPr wrap="square" lIns="0" tIns="0" rIns="0" bIns="0" rtlCol="0" anchor="ctr"/>
          <a:lstStyle/>
          <a:p>
            <a:pPr indent="0" marL="0">
              <a:buNone/>
            </a:pPr>
            <a:r>
              <a:rPr lang="en-US" sz="1300" b="1" dirty="0">
                <a:solidFill>
                  <a:srgbClr val="FFD700"/>
                </a:solidFill>
                <a:latin typeface="Arial Black" pitchFamily="34" charset="0"/>
                <a:ea typeface="Arial Black" pitchFamily="34" charset="-122"/>
                <a:cs typeface="Arial Black" pitchFamily="34" charset="-120"/>
              </a:rPr>
              <a:t>🛡️ Shield Power-Up</a:t>
            </a:r>
            <a:endParaRPr lang="en-US" sz="1300" dirty="0"/>
          </a:p>
        </p:txBody>
      </p:sp>
      <p:sp>
        <p:nvSpPr>
          <p:cNvPr id="23" name="Text 21"/>
          <p:cNvSpPr/>
          <p:nvPr/>
        </p:nvSpPr>
        <p:spPr>
          <a:xfrm>
            <a:off x="457200" y="3493008"/>
            <a:ext cx="3840480" cy="365760"/>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60-second invincibility from Gold Balls — glow animation</a:t>
            </a:r>
            <a:endParaRPr lang="en-US" sz="1050" dirty="0"/>
          </a:p>
        </p:txBody>
      </p:sp>
      <p:sp>
        <p:nvSpPr>
          <p:cNvPr id="24" name="Shape 22"/>
          <p:cNvSpPr/>
          <p:nvPr/>
        </p:nvSpPr>
        <p:spPr>
          <a:xfrm>
            <a:off x="4754880" y="3108960"/>
            <a:ext cx="4206240" cy="82296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25" name="Shape 23"/>
          <p:cNvSpPr/>
          <p:nvPr/>
        </p:nvSpPr>
        <p:spPr>
          <a:xfrm>
            <a:off x="4754880" y="3108960"/>
            <a:ext cx="54864" cy="822960"/>
          </a:xfrm>
          <a:prstGeom prst="rect">
            <a:avLst/>
          </a:prstGeom>
          <a:solidFill>
            <a:srgbClr val="0072FF"/>
          </a:solidFill>
          <a:ln w="12700">
            <a:solidFill>
              <a:srgbClr val="0072FF"/>
            </a:solidFill>
            <a:prstDash val="solid"/>
          </a:ln>
        </p:spPr>
      </p:sp>
      <p:sp>
        <p:nvSpPr>
          <p:cNvPr id="26" name="Text 24"/>
          <p:cNvSpPr/>
          <p:nvPr/>
        </p:nvSpPr>
        <p:spPr>
          <a:xfrm>
            <a:off x="4937760" y="3172968"/>
            <a:ext cx="3840480" cy="274320"/>
          </a:xfrm>
          <a:prstGeom prst="rect">
            <a:avLst/>
          </a:prstGeom>
          <a:noFill/>
          <a:ln/>
        </p:spPr>
        <p:txBody>
          <a:bodyPr wrap="square" lIns="0" tIns="0" rIns="0" bIns="0" rtlCol="0" anchor="ctr"/>
          <a:lstStyle/>
          <a:p>
            <a:pPr indent="0" marL="0">
              <a:buNone/>
            </a:pPr>
            <a:r>
              <a:rPr lang="en-US" sz="1300" b="1" dirty="0">
                <a:solidFill>
                  <a:srgbClr val="0072FF"/>
                </a:solidFill>
                <a:latin typeface="Arial Black" pitchFamily="34" charset="0"/>
                <a:ea typeface="Arial Black" pitchFamily="34" charset="-122"/>
                <a:cs typeface="Arial Black" pitchFamily="34" charset="-120"/>
              </a:rPr>
              <a:t>✖️ 2× Score Multiplier</a:t>
            </a:r>
            <a:endParaRPr lang="en-US" sz="1300" dirty="0"/>
          </a:p>
        </p:txBody>
      </p:sp>
      <p:sp>
        <p:nvSpPr>
          <p:cNvPr id="27" name="Text 25"/>
          <p:cNvSpPr/>
          <p:nvPr/>
        </p:nvSpPr>
        <p:spPr>
          <a:xfrm>
            <a:off x="4937760" y="3493008"/>
            <a:ext cx="3840480" cy="365760"/>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Blue Ball activates double scoring for 30 seconds</a:t>
            </a:r>
            <a:endParaRPr lang="en-US" sz="1050" dirty="0"/>
          </a:p>
        </p:txBody>
      </p:sp>
      <p:sp>
        <p:nvSpPr>
          <p:cNvPr id="28" name="Shape 26"/>
          <p:cNvSpPr/>
          <p:nvPr/>
        </p:nvSpPr>
        <p:spPr>
          <a:xfrm>
            <a:off x="274320" y="4069080"/>
            <a:ext cx="4206240" cy="82296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29" name="Shape 27"/>
          <p:cNvSpPr/>
          <p:nvPr/>
        </p:nvSpPr>
        <p:spPr>
          <a:xfrm>
            <a:off x="274320" y="4069080"/>
            <a:ext cx="54864" cy="822960"/>
          </a:xfrm>
          <a:prstGeom prst="rect">
            <a:avLst/>
          </a:prstGeom>
          <a:solidFill>
            <a:srgbClr val="2ECC71"/>
          </a:solidFill>
          <a:ln w="12700">
            <a:solidFill>
              <a:srgbClr val="2ECC71"/>
            </a:solidFill>
            <a:prstDash val="solid"/>
          </a:ln>
        </p:spPr>
      </p:sp>
      <p:sp>
        <p:nvSpPr>
          <p:cNvPr id="30" name="Text 28"/>
          <p:cNvSpPr/>
          <p:nvPr/>
        </p:nvSpPr>
        <p:spPr>
          <a:xfrm>
            <a:off x="457200" y="4133088"/>
            <a:ext cx="3840480" cy="274320"/>
          </a:xfrm>
          <a:prstGeom prst="rect">
            <a:avLst/>
          </a:prstGeom>
          <a:noFill/>
          <a:ln/>
        </p:spPr>
        <p:txBody>
          <a:bodyPr wrap="square" lIns="0" tIns="0" rIns="0" bIns="0" rtlCol="0" anchor="ctr"/>
          <a:lstStyle/>
          <a:p>
            <a:pPr indent="0" marL="0">
              <a:buNone/>
            </a:pPr>
            <a:r>
              <a:rPr lang="en-US" sz="1300" b="1" dirty="0">
                <a:solidFill>
                  <a:srgbClr val="2ECC71"/>
                </a:solidFill>
                <a:latin typeface="Arial Black" pitchFamily="34" charset="0"/>
                <a:ea typeface="Arial Black" pitchFamily="34" charset="-122"/>
                <a:cs typeface="Arial Black" pitchFamily="34" charset="-120"/>
              </a:rPr>
              <a:t>💰 Dual Currency</a:t>
            </a:r>
            <a:endParaRPr lang="en-US" sz="1300" dirty="0"/>
          </a:p>
        </p:txBody>
      </p:sp>
      <p:sp>
        <p:nvSpPr>
          <p:cNvPr id="31" name="Text 29"/>
          <p:cNvSpPr/>
          <p:nvPr/>
        </p:nvSpPr>
        <p:spPr>
          <a:xfrm>
            <a:off x="457200" y="4453128"/>
            <a:ext cx="3840480" cy="365760"/>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Green Coins (per-session) &amp; Pink Coins (persistent, level unlock)</a:t>
            </a:r>
            <a:endParaRPr lang="en-US" sz="1050" dirty="0"/>
          </a:p>
        </p:txBody>
      </p:sp>
      <p:sp>
        <p:nvSpPr>
          <p:cNvPr id="32" name="Shape 30"/>
          <p:cNvSpPr/>
          <p:nvPr/>
        </p:nvSpPr>
        <p:spPr>
          <a:xfrm>
            <a:off x="4754880" y="4069080"/>
            <a:ext cx="4206240" cy="82296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33" name="Shape 31"/>
          <p:cNvSpPr/>
          <p:nvPr/>
        </p:nvSpPr>
        <p:spPr>
          <a:xfrm>
            <a:off x="4754880" y="4069080"/>
            <a:ext cx="54864" cy="822960"/>
          </a:xfrm>
          <a:prstGeom prst="rect">
            <a:avLst/>
          </a:prstGeom>
          <a:solidFill>
            <a:srgbClr val="FF3B3B"/>
          </a:solidFill>
          <a:ln w="12700">
            <a:solidFill>
              <a:srgbClr val="FF3B3B"/>
            </a:solidFill>
            <a:prstDash val="solid"/>
          </a:ln>
        </p:spPr>
      </p:sp>
      <p:sp>
        <p:nvSpPr>
          <p:cNvPr id="34" name="Text 32"/>
          <p:cNvSpPr/>
          <p:nvPr/>
        </p:nvSpPr>
        <p:spPr>
          <a:xfrm>
            <a:off x="4937760" y="4133088"/>
            <a:ext cx="3840480" cy="274320"/>
          </a:xfrm>
          <a:prstGeom prst="rect">
            <a:avLst/>
          </a:prstGeom>
          <a:noFill/>
          <a:ln/>
        </p:spPr>
        <p:txBody>
          <a:bodyPr wrap="square" lIns="0" tIns="0" rIns="0" bIns="0" rtlCol="0" anchor="ctr"/>
          <a:lstStyle/>
          <a:p>
            <a:pPr indent="0" marL="0">
              <a:buNone/>
            </a:pPr>
            <a:r>
              <a:rPr lang="en-US" sz="1300" b="1" dirty="0">
                <a:solidFill>
                  <a:srgbClr val="FF3B3B"/>
                </a:solidFill>
                <a:latin typeface="Arial Black" pitchFamily="34" charset="0"/>
                <a:ea typeface="Arial Black" pitchFamily="34" charset="-122"/>
                <a:cs typeface="Arial Black" pitchFamily="34" charset="-120"/>
              </a:rPr>
              <a:t>🔁 Reanimate</a:t>
            </a:r>
            <a:endParaRPr lang="en-US" sz="1300" dirty="0"/>
          </a:p>
        </p:txBody>
      </p:sp>
      <p:sp>
        <p:nvSpPr>
          <p:cNvPr id="35" name="Text 33"/>
          <p:cNvSpPr/>
          <p:nvPr/>
        </p:nvSpPr>
        <p:spPr>
          <a:xfrm>
            <a:off x="4937760" y="4453128"/>
            <a:ext cx="3840480" cy="365760"/>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Continue after crash for 50 points — one second chance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2121A"/>
          </a:solidFill>
          <a:ln w="12700">
            <a:solidFill>
              <a:srgbClr val="12121A"/>
            </a:solidFill>
            <a:prstDash val="solid"/>
          </a:ln>
        </p:spPr>
      </p:sp>
      <p:sp>
        <p:nvSpPr>
          <p:cNvPr id="3" name="Text 1"/>
          <p:cNvSpPr/>
          <p:nvPr/>
        </p:nvSpPr>
        <p:spPr>
          <a:xfrm>
            <a:off x="274320" y="320040"/>
            <a:ext cx="8595360" cy="640080"/>
          </a:xfrm>
          <a:prstGeom prst="rect">
            <a:avLst/>
          </a:prstGeom>
          <a:noFill/>
          <a:ln/>
        </p:spPr>
        <p:txBody>
          <a:bodyPr wrap="square" lIns="0" tIns="0" rIns="0" bIns="0" rtlCol="0" anchor="ctr"/>
          <a:lstStyle/>
          <a:p>
            <a:pPr algn="l" indent="0" marL="0">
              <a:buNone/>
            </a:pPr>
            <a:r>
              <a:rPr lang="en-US" sz="2800" b="1" dirty="0">
                <a:solidFill>
                  <a:srgbClr val="00D4FF"/>
                </a:solidFill>
                <a:effectLst>
                  <a:glow rad="101600">
                    <a:srgbClr val="00D4FF">
                      <a:alpha val="60000"/>
                    </a:srgbClr>
                  </a:glow>
                </a:effectLst>
                <a:latin typeface="Arial Black" pitchFamily="34" charset="0"/>
                <a:ea typeface="Arial Black" pitchFamily="34" charset="-122"/>
                <a:cs typeface="Arial Black" pitchFamily="34" charset="-120"/>
              </a:rPr>
              <a:t>🎯  GAME MECHANICS &amp; GAMEPLAY</a:t>
            </a:r>
            <a:endParaRPr lang="en-US" sz="2800" dirty="0"/>
          </a:p>
        </p:txBody>
      </p:sp>
      <p:sp>
        <p:nvSpPr>
          <p:cNvPr id="4" name="Shape 2"/>
          <p:cNvSpPr/>
          <p:nvPr/>
        </p:nvSpPr>
        <p:spPr>
          <a:xfrm>
            <a:off x="274320" y="1143000"/>
            <a:ext cx="4114800" cy="365760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5" name="Shape 3"/>
          <p:cNvSpPr/>
          <p:nvPr/>
        </p:nvSpPr>
        <p:spPr>
          <a:xfrm>
            <a:off x="274320" y="1143000"/>
            <a:ext cx="54864" cy="3657600"/>
          </a:xfrm>
          <a:prstGeom prst="rect">
            <a:avLst/>
          </a:prstGeom>
          <a:solidFill>
            <a:srgbClr val="00D4FF"/>
          </a:solidFill>
          <a:ln w="12700">
            <a:solidFill>
              <a:srgbClr val="00D4FF"/>
            </a:solidFill>
            <a:prstDash val="solid"/>
          </a:ln>
        </p:spPr>
      </p:sp>
      <p:sp>
        <p:nvSpPr>
          <p:cNvPr id="6" name="Text 4"/>
          <p:cNvSpPr/>
          <p:nvPr/>
        </p:nvSpPr>
        <p:spPr>
          <a:xfrm>
            <a:off x="502920" y="1234440"/>
            <a:ext cx="3657600" cy="347472"/>
          </a:xfrm>
          <a:prstGeom prst="rect">
            <a:avLst/>
          </a:prstGeom>
          <a:noFill/>
          <a:ln/>
        </p:spPr>
        <p:txBody>
          <a:bodyPr wrap="square" lIns="0" tIns="0" rIns="0" bIns="0" rtlCol="0" anchor="ctr"/>
          <a:lstStyle/>
          <a:p>
            <a:pPr indent="0" marL="0">
              <a:buNone/>
            </a:pPr>
            <a:r>
              <a:rPr lang="en-US" sz="1400" b="1" dirty="0">
                <a:solidFill>
                  <a:srgbClr val="00D4FF"/>
                </a:solidFill>
                <a:latin typeface="Arial Black" pitchFamily="34" charset="0"/>
                <a:ea typeface="Arial Black" pitchFamily="34" charset="-122"/>
                <a:cs typeface="Arial Black" pitchFamily="34" charset="-120"/>
              </a:rPr>
              <a:t>Controls &amp; Movement</a:t>
            </a:r>
            <a:endParaRPr lang="en-US" sz="1400" dirty="0"/>
          </a:p>
        </p:txBody>
      </p:sp>
      <p:sp>
        <p:nvSpPr>
          <p:cNvPr id="7" name="Shape 5"/>
          <p:cNvSpPr/>
          <p:nvPr/>
        </p:nvSpPr>
        <p:spPr>
          <a:xfrm>
            <a:off x="502920" y="1691640"/>
            <a:ext cx="3566160" cy="402336"/>
          </a:xfrm>
          <a:prstGeom prst="rect">
            <a:avLst/>
          </a:prstGeom>
          <a:solidFill>
            <a:srgbClr val="131320"/>
          </a:solidFill>
          <a:ln w="6350">
            <a:solidFill>
              <a:srgbClr val="00D4FF">
                <a:alpha val="20000"/>
              </a:srgbClr>
            </a:solidFill>
            <a:prstDash val="solid"/>
          </a:ln>
        </p:spPr>
      </p:sp>
      <p:sp>
        <p:nvSpPr>
          <p:cNvPr id="8" name="Text 6"/>
          <p:cNvSpPr/>
          <p:nvPr/>
        </p:nvSpPr>
        <p:spPr>
          <a:xfrm>
            <a:off x="594360" y="1737360"/>
            <a:ext cx="1737360" cy="274320"/>
          </a:xfrm>
          <a:prstGeom prst="rect">
            <a:avLst/>
          </a:prstGeom>
          <a:noFill/>
          <a:ln/>
        </p:spPr>
        <p:txBody>
          <a:bodyPr wrap="square" lIns="0" tIns="0" rIns="0" bIns="0"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 ➡️ Arrow Keys</a:t>
            </a:r>
            <a:endParaRPr lang="en-US" sz="1000" dirty="0"/>
          </a:p>
        </p:txBody>
      </p:sp>
      <p:sp>
        <p:nvSpPr>
          <p:cNvPr id="9" name="Text 7"/>
          <p:cNvSpPr/>
          <p:nvPr/>
        </p:nvSpPr>
        <p:spPr>
          <a:xfrm>
            <a:off x="2331720" y="1737360"/>
            <a:ext cx="1645920" cy="27432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Lane switching (desktop)</a:t>
            </a:r>
            <a:endParaRPr lang="en-US" sz="1000" dirty="0"/>
          </a:p>
        </p:txBody>
      </p:sp>
      <p:sp>
        <p:nvSpPr>
          <p:cNvPr id="10" name="Shape 8"/>
          <p:cNvSpPr/>
          <p:nvPr/>
        </p:nvSpPr>
        <p:spPr>
          <a:xfrm>
            <a:off x="502920" y="2167128"/>
            <a:ext cx="3566160" cy="402336"/>
          </a:xfrm>
          <a:prstGeom prst="rect">
            <a:avLst/>
          </a:prstGeom>
          <a:solidFill>
            <a:srgbClr val="0E0E1A"/>
          </a:solidFill>
          <a:ln w="6350">
            <a:solidFill>
              <a:srgbClr val="00D4FF">
                <a:alpha val="20000"/>
              </a:srgbClr>
            </a:solidFill>
            <a:prstDash val="solid"/>
          </a:ln>
        </p:spPr>
      </p:sp>
      <p:sp>
        <p:nvSpPr>
          <p:cNvPr id="11" name="Text 9"/>
          <p:cNvSpPr/>
          <p:nvPr/>
        </p:nvSpPr>
        <p:spPr>
          <a:xfrm>
            <a:off x="594360" y="2212848"/>
            <a:ext cx="1737360" cy="274320"/>
          </a:xfrm>
          <a:prstGeom prst="rect">
            <a:avLst/>
          </a:prstGeom>
          <a:noFill/>
          <a:ln/>
        </p:spPr>
        <p:txBody>
          <a:bodyPr wrap="square" lIns="0" tIns="0" rIns="0" bIns="0"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 Touch / Swipe</a:t>
            </a:r>
            <a:endParaRPr lang="en-US" sz="1000" dirty="0"/>
          </a:p>
        </p:txBody>
      </p:sp>
      <p:sp>
        <p:nvSpPr>
          <p:cNvPr id="12" name="Text 10"/>
          <p:cNvSpPr/>
          <p:nvPr/>
        </p:nvSpPr>
        <p:spPr>
          <a:xfrm>
            <a:off x="2331720" y="2212848"/>
            <a:ext cx="1645920" cy="27432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Mobile controls (touch-action none)</a:t>
            </a:r>
            <a:endParaRPr lang="en-US" sz="1000" dirty="0"/>
          </a:p>
        </p:txBody>
      </p:sp>
      <p:sp>
        <p:nvSpPr>
          <p:cNvPr id="13" name="Shape 11"/>
          <p:cNvSpPr/>
          <p:nvPr/>
        </p:nvSpPr>
        <p:spPr>
          <a:xfrm>
            <a:off x="502920" y="2642616"/>
            <a:ext cx="3566160" cy="402336"/>
          </a:xfrm>
          <a:prstGeom prst="rect">
            <a:avLst/>
          </a:prstGeom>
          <a:solidFill>
            <a:srgbClr val="131320"/>
          </a:solidFill>
          <a:ln w="6350">
            <a:solidFill>
              <a:srgbClr val="00D4FF">
                <a:alpha val="20000"/>
              </a:srgbClr>
            </a:solidFill>
            <a:prstDash val="solid"/>
          </a:ln>
        </p:spPr>
      </p:sp>
      <p:sp>
        <p:nvSpPr>
          <p:cNvPr id="14" name="Text 12"/>
          <p:cNvSpPr/>
          <p:nvPr/>
        </p:nvSpPr>
        <p:spPr>
          <a:xfrm>
            <a:off x="594360" y="2688336"/>
            <a:ext cx="1737360" cy="274320"/>
          </a:xfrm>
          <a:prstGeom prst="rect">
            <a:avLst/>
          </a:prstGeom>
          <a:noFill/>
          <a:ln/>
        </p:spPr>
        <p:txBody>
          <a:bodyPr wrap="square" lIns="0" tIns="0" rIns="0" bIns="0"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3-Lane System</a:t>
            </a:r>
            <a:endParaRPr lang="en-US" sz="1000" dirty="0"/>
          </a:p>
        </p:txBody>
      </p:sp>
      <p:sp>
        <p:nvSpPr>
          <p:cNvPr id="15" name="Text 13"/>
          <p:cNvSpPr/>
          <p:nvPr/>
        </p:nvSpPr>
        <p:spPr>
          <a:xfrm>
            <a:off x="2331720" y="2688336"/>
            <a:ext cx="1645920" cy="27432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Left / Center / Right lanes</a:t>
            </a:r>
            <a:endParaRPr lang="en-US" sz="1000" dirty="0"/>
          </a:p>
        </p:txBody>
      </p:sp>
      <p:sp>
        <p:nvSpPr>
          <p:cNvPr id="16" name="Shape 14"/>
          <p:cNvSpPr/>
          <p:nvPr/>
        </p:nvSpPr>
        <p:spPr>
          <a:xfrm>
            <a:off x="502920" y="3118104"/>
            <a:ext cx="3566160" cy="402336"/>
          </a:xfrm>
          <a:prstGeom prst="rect">
            <a:avLst/>
          </a:prstGeom>
          <a:solidFill>
            <a:srgbClr val="0E0E1A"/>
          </a:solidFill>
          <a:ln w="6350">
            <a:solidFill>
              <a:srgbClr val="00D4FF">
                <a:alpha val="20000"/>
              </a:srgbClr>
            </a:solidFill>
            <a:prstDash val="solid"/>
          </a:ln>
        </p:spPr>
      </p:sp>
      <p:sp>
        <p:nvSpPr>
          <p:cNvPr id="17" name="Text 15"/>
          <p:cNvSpPr/>
          <p:nvPr/>
        </p:nvSpPr>
        <p:spPr>
          <a:xfrm>
            <a:off x="594360" y="3163824"/>
            <a:ext cx="1737360" cy="274320"/>
          </a:xfrm>
          <a:prstGeom prst="rect">
            <a:avLst/>
          </a:prstGeom>
          <a:noFill/>
          <a:ln/>
        </p:spPr>
        <p:txBody>
          <a:bodyPr wrap="square" lIns="0" tIns="0" rIns="0" bIns="0"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Smooth Transition</a:t>
            </a:r>
            <a:endParaRPr lang="en-US" sz="1000" dirty="0"/>
          </a:p>
        </p:txBody>
      </p:sp>
      <p:sp>
        <p:nvSpPr>
          <p:cNvPr id="18" name="Text 16"/>
          <p:cNvSpPr/>
          <p:nvPr/>
        </p:nvSpPr>
        <p:spPr>
          <a:xfrm>
            <a:off x="2331720" y="3163824"/>
            <a:ext cx="1645920" cy="27432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Cubic-bezier animation on car move</a:t>
            </a:r>
            <a:endParaRPr lang="en-US" sz="1000" dirty="0"/>
          </a:p>
        </p:txBody>
      </p:sp>
      <p:sp>
        <p:nvSpPr>
          <p:cNvPr id="19" name="Shape 17"/>
          <p:cNvSpPr/>
          <p:nvPr/>
        </p:nvSpPr>
        <p:spPr>
          <a:xfrm>
            <a:off x="502920" y="3593592"/>
            <a:ext cx="3566160" cy="402336"/>
          </a:xfrm>
          <a:prstGeom prst="rect">
            <a:avLst/>
          </a:prstGeom>
          <a:solidFill>
            <a:srgbClr val="131320"/>
          </a:solidFill>
          <a:ln w="6350">
            <a:solidFill>
              <a:srgbClr val="00D4FF">
                <a:alpha val="20000"/>
              </a:srgbClr>
            </a:solidFill>
            <a:prstDash val="solid"/>
          </a:ln>
        </p:spPr>
      </p:sp>
      <p:sp>
        <p:nvSpPr>
          <p:cNvPr id="20" name="Text 18"/>
          <p:cNvSpPr/>
          <p:nvPr/>
        </p:nvSpPr>
        <p:spPr>
          <a:xfrm>
            <a:off x="594360" y="3639312"/>
            <a:ext cx="1737360" cy="274320"/>
          </a:xfrm>
          <a:prstGeom prst="rect">
            <a:avLst/>
          </a:prstGeom>
          <a:noFill/>
          <a:ln/>
        </p:spPr>
        <p:txBody>
          <a:bodyPr wrap="square" lIns="0" tIns="0" rIns="0" bIns="0"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Jump Mechanic</a:t>
            </a:r>
            <a:endParaRPr lang="en-US" sz="1000" dirty="0"/>
          </a:p>
        </p:txBody>
      </p:sp>
      <p:sp>
        <p:nvSpPr>
          <p:cNvPr id="21" name="Text 19"/>
          <p:cNvSpPr/>
          <p:nvPr/>
        </p:nvSpPr>
        <p:spPr>
          <a:xfrm>
            <a:off x="2331720" y="3639312"/>
            <a:ext cx="1645920" cy="27432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Scale-up animation with z-index boost</a:t>
            </a:r>
            <a:endParaRPr lang="en-US" sz="1000" dirty="0"/>
          </a:p>
        </p:txBody>
      </p:sp>
      <p:sp>
        <p:nvSpPr>
          <p:cNvPr id="22" name="Shape 20"/>
          <p:cNvSpPr/>
          <p:nvPr/>
        </p:nvSpPr>
        <p:spPr>
          <a:xfrm>
            <a:off x="502920" y="4069080"/>
            <a:ext cx="3566160" cy="402336"/>
          </a:xfrm>
          <a:prstGeom prst="rect">
            <a:avLst/>
          </a:prstGeom>
          <a:solidFill>
            <a:srgbClr val="0E0E1A"/>
          </a:solidFill>
          <a:ln w="6350">
            <a:solidFill>
              <a:srgbClr val="00D4FF">
                <a:alpha val="20000"/>
              </a:srgbClr>
            </a:solidFill>
            <a:prstDash val="solid"/>
          </a:ln>
        </p:spPr>
      </p:sp>
      <p:sp>
        <p:nvSpPr>
          <p:cNvPr id="23" name="Text 21"/>
          <p:cNvSpPr/>
          <p:nvPr/>
        </p:nvSpPr>
        <p:spPr>
          <a:xfrm>
            <a:off x="594360" y="4114800"/>
            <a:ext cx="1737360" cy="274320"/>
          </a:xfrm>
          <a:prstGeom prst="rect">
            <a:avLst/>
          </a:prstGeom>
          <a:noFill/>
          <a:ln/>
        </p:spPr>
        <p:txBody>
          <a:bodyPr wrap="square" lIns="0" tIns="0" rIns="0" bIns="0" rtlCol="0" anchor="ctr"/>
          <a:lstStyle/>
          <a:p>
            <a:pPr indent="0" marL="0">
              <a:buNone/>
            </a:pPr>
            <a:r>
              <a:rPr lang="en-US" sz="1000" b="1" dirty="0">
                <a:solidFill>
                  <a:srgbClr val="00D4FF"/>
                </a:solidFill>
                <a:latin typeface="Calibri" pitchFamily="34" charset="0"/>
                <a:ea typeface="Calibri" pitchFamily="34" charset="-122"/>
                <a:cs typeface="Calibri" pitchFamily="34" charset="-120"/>
              </a:rPr>
              <a:t>Speed Scaling</a:t>
            </a:r>
            <a:endParaRPr lang="en-US" sz="1000" dirty="0"/>
          </a:p>
        </p:txBody>
      </p:sp>
      <p:sp>
        <p:nvSpPr>
          <p:cNvPr id="24" name="Text 22"/>
          <p:cNvSpPr/>
          <p:nvPr/>
        </p:nvSpPr>
        <p:spPr>
          <a:xfrm>
            <a:off x="2331720" y="4114800"/>
            <a:ext cx="1645920" cy="27432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Speed increases with each level</a:t>
            </a:r>
            <a:endParaRPr lang="en-US" sz="1000" dirty="0"/>
          </a:p>
        </p:txBody>
      </p:sp>
      <p:sp>
        <p:nvSpPr>
          <p:cNvPr id="25" name="Shape 23"/>
          <p:cNvSpPr/>
          <p:nvPr/>
        </p:nvSpPr>
        <p:spPr>
          <a:xfrm>
            <a:off x="4572000" y="1143000"/>
            <a:ext cx="4297680" cy="365760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26" name="Shape 24"/>
          <p:cNvSpPr/>
          <p:nvPr/>
        </p:nvSpPr>
        <p:spPr>
          <a:xfrm>
            <a:off x="4572000" y="1143000"/>
            <a:ext cx="54864" cy="3657600"/>
          </a:xfrm>
          <a:prstGeom prst="rect">
            <a:avLst/>
          </a:prstGeom>
          <a:solidFill>
            <a:srgbClr val="FFD700"/>
          </a:solidFill>
          <a:ln w="12700">
            <a:solidFill>
              <a:srgbClr val="FFD700"/>
            </a:solidFill>
            <a:prstDash val="solid"/>
          </a:ln>
        </p:spPr>
      </p:sp>
      <p:sp>
        <p:nvSpPr>
          <p:cNvPr id="27" name="Text 25"/>
          <p:cNvSpPr/>
          <p:nvPr/>
        </p:nvSpPr>
        <p:spPr>
          <a:xfrm>
            <a:off x="4754880" y="1234440"/>
            <a:ext cx="3840480" cy="347472"/>
          </a:xfrm>
          <a:prstGeom prst="rect">
            <a:avLst/>
          </a:prstGeom>
          <a:noFill/>
          <a:ln/>
        </p:spPr>
        <p:txBody>
          <a:bodyPr wrap="square" lIns="0" tIns="0" rIns="0" bIns="0" rtlCol="0" anchor="ctr"/>
          <a:lstStyle/>
          <a:p>
            <a:pPr indent="0" marL="0">
              <a:buNone/>
            </a:pPr>
            <a:r>
              <a:rPr lang="en-US" sz="1400" b="1" dirty="0">
                <a:solidFill>
                  <a:srgbClr val="FFD700"/>
                </a:solidFill>
                <a:latin typeface="Arial Black" pitchFamily="34" charset="0"/>
                <a:ea typeface="Arial Black" pitchFamily="34" charset="-122"/>
                <a:cs typeface="Arial Black" pitchFamily="34" charset="-120"/>
              </a:rPr>
              <a:t>Scoring System</a:t>
            </a:r>
            <a:endParaRPr lang="en-US" sz="1400" dirty="0"/>
          </a:p>
        </p:txBody>
      </p:sp>
      <p:sp>
        <p:nvSpPr>
          <p:cNvPr id="28" name="Text 26"/>
          <p:cNvSpPr/>
          <p:nvPr/>
        </p:nvSpPr>
        <p:spPr>
          <a:xfrm>
            <a:off x="4754880" y="1691640"/>
            <a:ext cx="1371600" cy="320040"/>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+1 pt/frame</a:t>
            </a:r>
            <a:endParaRPr lang="en-US" sz="1100" dirty="0"/>
          </a:p>
        </p:txBody>
      </p:sp>
      <p:sp>
        <p:nvSpPr>
          <p:cNvPr id="29" name="Text 27"/>
          <p:cNvSpPr/>
          <p:nvPr/>
        </p:nvSpPr>
        <p:spPr>
          <a:xfrm>
            <a:off x="6172200" y="1691640"/>
            <a:ext cx="2468880" cy="32004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Continuous score while driving</a:t>
            </a:r>
            <a:endParaRPr lang="en-US" sz="1000" dirty="0"/>
          </a:p>
        </p:txBody>
      </p:sp>
      <p:sp>
        <p:nvSpPr>
          <p:cNvPr id="30" name="Text 28"/>
          <p:cNvSpPr/>
          <p:nvPr/>
        </p:nvSpPr>
        <p:spPr>
          <a:xfrm>
            <a:off x="4754880" y="2135124"/>
            <a:ext cx="1371600" cy="320040"/>
          </a:xfrm>
          <a:prstGeom prst="rect">
            <a:avLst/>
          </a:prstGeom>
          <a:noFill/>
          <a:ln/>
        </p:spPr>
        <p:txBody>
          <a:bodyPr wrap="square" lIns="0" tIns="0" rIns="0" bIns="0" rtlCol="0" anchor="ctr"/>
          <a:lstStyle/>
          <a:p>
            <a:pPr indent="0" marL="0">
              <a:buNone/>
            </a:pPr>
            <a:r>
              <a:rPr lang="en-US" sz="1100" b="1" dirty="0">
                <a:solidFill>
                  <a:srgbClr val="0072FF"/>
                </a:solidFill>
                <a:latin typeface="Calibri" pitchFamily="34" charset="0"/>
                <a:ea typeface="Calibri" pitchFamily="34" charset="-122"/>
                <a:cs typeface="Calibri" pitchFamily="34" charset="-120"/>
              </a:rPr>
              <a:t>×2 Multiplier</a:t>
            </a:r>
            <a:endParaRPr lang="en-US" sz="1100" dirty="0"/>
          </a:p>
        </p:txBody>
      </p:sp>
      <p:sp>
        <p:nvSpPr>
          <p:cNvPr id="31" name="Text 29"/>
          <p:cNvSpPr/>
          <p:nvPr/>
        </p:nvSpPr>
        <p:spPr>
          <a:xfrm>
            <a:off x="6172200" y="2135124"/>
            <a:ext cx="2468880" cy="32004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Double score with Blue Ball active</a:t>
            </a:r>
            <a:endParaRPr lang="en-US" sz="1000" dirty="0"/>
          </a:p>
        </p:txBody>
      </p:sp>
      <p:sp>
        <p:nvSpPr>
          <p:cNvPr id="32" name="Text 30"/>
          <p:cNvSpPr/>
          <p:nvPr/>
        </p:nvSpPr>
        <p:spPr>
          <a:xfrm>
            <a:off x="4754880" y="2578608"/>
            <a:ext cx="1371600" cy="320040"/>
          </a:xfrm>
          <a:prstGeom prst="rect">
            <a:avLst/>
          </a:prstGeom>
          <a:noFill/>
          <a:ln/>
        </p:spPr>
        <p:txBody>
          <a:bodyPr wrap="square" lIns="0" tIns="0" rIns="0" bIns="0" rtlCol="0" anchor="ctr"/>
          <a:lstStyle/>
          <a:p>
            <a:pPr indent="0" marL="0">
              <a:buNone/>
            </a:pPr>
            <a:r>
              <a:rPr lang="en-US" sz="1100" b="1" dirty="0">
                <a:solidFill>
                  <a:srgbClr val="FF3B3B"/>
                </a:solidFill>
                <a:latin typeface="Calibri" pitchFamily="34" charset="0"/>
                <a:ea typeface="Calibri" pitchFamily="34" charset="-122"/>
                <a:cs typeface="Calibri" pitchFamily="34" charset="-120"/>
              </a:rPr>
              <a:t>−50 pts</a:t>
            </a:r>
            <a:endParaRPr lang="en-US" sz="1100" dirty="0"/>
          </a:p>
        </p:txBody>
      </p:sp>
      <p:sp>
        <p:nvSpPr>
          <p:cNvPr id="33" name="Text 31"/>
          <p:cNvSpPr/>
          <p:nvPr/>
        </p:nvSpPr>
        <p:spPr>
          <a:xfrm>
            <a:off x="6172200" y="2578608"/>
            <a:ext cx="2468880" cy="32004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Reanimate penalty on crash</a:t>
            </a:r>
            <a:endParaRPr lang="en-US" sz="1000" dirty="0"/>
          </a:p>
        </p:txBody>
      </p:sp>
      <p:sp>
        <p:nvSpPr>
          <p:cNvPr id="34" name="Text 32"/>
          <p:cNvSpPr/>
          <p:nvPr/>
        </p:nvSpPr>
        <p:spPr>
          <a:xfrm>
            <a:off x="4754880" y="3022092"/>
            <a:ext cx="1371600" cy="320040"/>
          </a:xfrm>
          <a:prstGeom prst="rect">
            <a:avLst/>
          </a:prstGeom>
          <a:noFill/>
          <a:ln/>
        </p:spPr>
        <p:txBody>
          <a:bodyPr wrap="square" lIns="0" tIns="0" rIns="0" bIns="0" rtlCol="0" anchor="ctr"/>
          <a:lstStyle/>
          <a:p>
            <a:pPr indent="0" marL="0">
              <a:buNone/>
            </a:pPr>
            <a:r>
              <a:rPr lang="en-US" sz="1100" b="1" dirty="0">
                <a:solidFill>
                  <a:srgbClr val="FFD700"/>
                </a:solidFill>
                <a:latin typeface="Calibri" pitchFamily="34" charset="0"/>
                <a:ea typeface="Calibri" pitchFamily="34" charset="-122"/>
                <a:cs typeface="Calibri" pitchFamily="34" charset="-120"/>
              </a:rPr>
              <a:t>High Score</a:t>
            </a:r>
            <a:endParaRPr lang="en-US" sz="1100" dirty="0"/>
          </a:p>
        </p:txBody>
      </p:sp>
      <p:sp>
        <p:nvSpPr>
          <p:cNvPr id="35" name="Text 33"/>
          <p:cNvSpPr/>
          <p:nvPr/>
        </p:nvSpPr>
        <p:spPr>
          <a:xfrm>
            <a:off x="6172200" y="3022092"/>
            <a:ext cx="2468880" cy="32004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Saved to localStorage persistently</a:t>
            </a:r>
            <a:endParaRPr lang="en-US" sz="1000" dirty="0"/>
          </a:p>
        </p:txBody>
      </p:sp>
      <p:sp>
        <p:nvSpPr>
          <p:cNvPr id="36" name="Text 34"/>
          <p:cNvSpPr/>
          <p:nvPr/>
        </p:nvSpPr>
        <p:spPr>
          <a:xfrm>
            <a:off x="4754880" y="3465576"/>
            <a:ext cx="1371600" cy="320040"/>
          </a:xfrm>
          <a:prstGeom prst="rect">
            <a:avLst/>
          </a:prstGeom>
          <a:noFill/>
          <a:ln/>
        </p:spPr>
        <p:txBody>
          <a:bodyPr wrap="square" lIns="0" tIns="0" rIns="0" bIns="0" rtlCol="0" anchor="ctr"/>
          <a:lstStyle/>
          <a:p>
            <a:pPr indent="0" marL="0">
              <a:buNone/>
            </a:pPr>
            <a:r>
              <a:rPr lang="en-US" sz="1100" b="1" dirty="0">
                <a:solidFill>
                  <a:srgbClr val="2ECC71"/>
                </a:solidFill>
                <a:latin typeface="Calibri" pitchFamily="34" charset="0"/>
                <a:ea typeface="Calibri" pitchFamily="34" charset="-122"/>
                <a:cs typeface="Calibri" pitchFamily="34" charset="-120"/>
              </a:rPr>
              <a:t>Green Coin</a:t>
            </a:r>
            <a:endParaRPr lang="en-US" sz="1100" dirty="0"/>
          </a:p>
        </p:txBody>
      </p:sp>
      <p:sp>
        <p:nvSpPr>
          <p:cNvPr id="37" name="Text 35"/>
          <p:cNvSpPr/>
          <p:nvPr/>
        </p:nvSpPr>
        <p:spPr>
          <a:xfrm>
            <a:off x="6172200" y="3465576"/>
            <a:ext cx="2468880" cy="32004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In-session currency for upgrades</a:t>
            </a:r>
            <a:endParaRPr lang="en-US" sz="1000" dirty="0"/>
          </a:p>
        </p:txBody>
      </p:sp>
      <p:sp>
        <p:nvSpPr>
          <p:cNvPr id="38" name="Text 36"/>
          <p:cNvSpPr/>
          <p:nvPr/>
        </p:nvSpPr>
        <p:spPr>
          <a:xfrm>
            <a:off x="4754880" y="3909060"/>
            <a:ext cx="1371600" cy="320040"/>
          </a:xfrm>
          <a:prstGeom prst="rect">
            <a:avLst/>
          </a:prstGeom>
          <a:noFill/>
          <a:ln/>
        </p:spPr>
        <p:txBody>
          <a:bodyPr wrap="square" lIns="0" tIns="0" rIns="0" bIns="0" rtlCol="0" anchor="ctr"/>
          <a:lstStyle/>
          <a:p>
            <a:pPr indent="0" marL="0">
              <a:buNone/>
            </a:pPr>
            <a:r>
              <a:rPr lang="en-US" sz="1100" b="1" dirty="0">
                <a:solidFill>
                  <a:srgbClr val="FF69B4"/>
                </a:solidFill>
                <a:latin typeface="Calibri" pitchFamily="34" charset="0"/>
                <a:ea typeface="Calibri" pitchFamily="34" charset="-122"/>
                <a:cs typeface="Calibri" pitchFamily="34" charset="-120"/>
              </a:rPr>
              <a:t>Pink Coin</a:t>
            </a:r>
            <a:endParaRPr lang="en-US" sz="1100" dirty="0"/>
          </a:p>
        </p:txBody>
      </p:sp>
      <p:sp>
        <p:nvSpPr>
          <p:cNvPr id="39" name="Text 37"/>
          <p:cNvSpPr/>
          <p:nvPr/>
        </p:nvSpPr>
        <p:spPr>
          <a:xfrm>
            <a:off x="6172200" y="3909060"/>
            <a:ext cx="2468880" cy="32004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Persistent — survives page reload</a:t>
            </a:r>
            <a:endParaRPr lang="en-US" sz="1000" dirty="0"/>
          </a:p>
        </p:txBody>
      </p:sp>
      <p:sp>
        <p:nvSpPr>
          <p:cNvPr id="40" name="Text 38"/>
          <p:cNvSpPr/>
          <p:nvPr/>
        </p:nvSpPr>
        <p:spPr>
          <a:xfrm>
            <a:off x="4754880" y="4352544"/>
            <a:ext cx="1371600" cy="320040"/>
          </a:xfrm>
          <a:prstGeom prst="rect">
            <a:avLst/>
          </a:prstGeom>
          <a:noFill/>
          <a:ln/>
        </p:spPr>
        <p:txBody>
          <a:bodyPr wrap="square" lIns="0" tIns="0" rIns="0" bIns="0" rtlCol="0" anchor="ctr"/>
          <a:lstStyle/>
          <a:p>
            <a:pPr indent="0" marL="0">
              <a:buNone/>
            </a:pPr>
            <a:r>
              <a:rPr lang="en-US" sz="1100" b="1" dirty="0">
                <a:solidFill>
                  <a:srgbClr val="AAAAAA"/>
                </a:solidFill>
                <a:latin typeface="Calibri" pitchFamily="34" charset="0"/>
                <a:ea typeface="Calibri" pitchFamily="34" charset="-122"/>
                <a:cs typeface="Calibri" pitchFamily="34" charset="-120"/>
              </a:rPr>
              <a:t>Stage Lines</a:t>
            </a:r>
            <a:endParaRPr lang="en-US" sz="1100" dirty="0"/>
          </a:p>
        </p:txBody>
      </p:sp>
      <p:sp>
        <p:nvSpPr>
          <p:cNvPr id="41" name="Text 39"/>
          <p:cNvSpPr/>
          <p:nvPr/>
        </p:nvSpPr>
        <p:spPr>
          <a:xfrm>
            <a:off x="6172200" y="4352544"/>
            <a:ext cx="2468880" cy="32004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Checkered flags mark level progress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2121A"/>
          </a:solidFill>
          <a:ln w="12700">
            <a:solidFill>
              <a:srgbClr val="12121A"/>
            </a:solidFill>
            <a:prstDash val="solid"/>
          </a:ln>
        </p:spPr>
      </p:sp>
      <p:sp>
        <p:nvSpPr>
          <p:cNvPr id="3" name="Text 1"/>
          <p:cNvSpPr/>
          <p:nvPr/>
        </p:nvSpPr>
        <p:spPr>
          <a:xfrm>
            <a:off x="274320" y="320040"/>
            <a:ext cx="8595360" cy="640080"/>
          </a:xfrm>
          <a:prstGeom prst="rect">
            <a:avLst/>
          </a:prstGeom>
          <a:noFill/>
          <a:ln/>
        </p:spPr>
        <p:txBody>
          <a:bodyPr wrap="square" lIns="0" tIns="0" rIns="0" bIns="0" rtlCol="0" anchor="ctr"/>
          <a:lstStyle/>
          <a:p>
            <a:pPr algn="l" indent="0" marL="0">
              <a:buNone/>
            </a:pPr>
            <a:r>
              <a:rPr lang="en-US" sz="2800" b="1" dirty="0">
                <a:solidFill>
                  <a:srgbClr val="00D4FF"/>
                </a:solidFill>
                <a:effectLst>
                  <a:glow rad="101600">
                    <a:srgbClr val="00D4FF">
                      <a:alpha val="60000"/>
                    </a:srgbClr>
                  </a:glow>
                </a:effectLst>
                <a:latin typeface="Arial Black" pitchFamily="34" charset="0"/>
                <a:ea typeface="Arial Black" pitchFamily="34" charset="-122"/>
                <a:cs typeface="Arial Black" pitchFamily="34" charset="-120"/>
              </a:rPr>
              <a:t>✨  POWER-UPS &amp; COLLECTIBLES</a:t>
            </a:r>
            <a:endParaRPr lang="en-US" sz="2800" dirty="0"/>
          </a:p>
        </p:txBody>
      </p:sp>
      <p:sp>
        <p:nvSpPr>
          <p:cNvPr id="4" name="Shape 2"/>
          <p:cNvSpPr/>
          <p:nvPr/>
        </p:nvSpPr>
        <p:spPr>
          <a:xfrm>
            <a:off x="274320" y="1188720"/>
            <a:ext cx="4114800" cy="82296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5" name="Shape 3"/>
          <p:cNvSpPr/>
          <p:nvPr/>
        </p:nvSpPr>
        <p:spPr>
          <a:xfrm>
            <a:off x="3108960" y="1261872"/>
            <a:ext cx="1188720" cy="228600"/>
          </a:xfrm>
          <a:prstGeom prst="rect">
            <a:avLst/>
          </a:prstGeom>
          <a:solidFill>
            <a:srgbClr val="FFD700">
              <a:alpha val="25000"/>
            </a:srgbClr>
          </a:solidFill>
          <a:ln w="10160">
            <a:solidFill>
              <a:srgbClr val="FFD700"/>
            </a:solidFill>
            <a:prstDash val="solid"/>
          </a:ln>
        </p:spPr>
      </p:sp>
      <p:sp>
        <p:nvSpPr>
          <p:cNvPr id="6" name="Text 4"/>
          <p:cNvSpPr/>
          <p:nvPr/>
        </p:nvSpPr>
        <p:spPr>
          <a:xfrm>
            <a:off x="3108960" y="1271016"/>
            <a:ext cx="1188720" cy="201168"/>
          </a:xfrm>
          <a:prstGeom prst="rect">
            <a:avLst/>
          </a:prstGeom>
          <a:noFill/>
          <a:ln/>
        </p:spPr>
        <p:txBody>
          <a:bodyPr wrap="square" lIns="0" tIns="0" rIns="0" bIns="0" rtlCol="0" anchor="ctr"/>
          <a:lstStyle/>
          <a:p>
            <a:pPr algn="ctr" indent="0" marL="0">
              <a:buNone/>
            </a:pPr>
            <a:r>
              <a:rPr lang="en-US" sz="750" b="1" dirty="0">
                <a:solidFill>
                  <a:srgbClr val="FFD700"/>
                </a:solidFill>
                <a:latin typeface="Calibri" pitchFamily="34" charset="0"/>
                <a:ea typeface="Calibri" pitchFamily="34" charset="-122"/>
                <a:cs typeface="Calibri" pitchFamily="34" charset="-120"/>
              </a:rPr>
              <a:t>DEFENSE</a:t>
            </a:r>
            <a:endParaRPr lang="en-US" sz="750" dirty="0"/>
          </a:p>
        </p:txBody>
      </p:sp>
      <p:sp>
        <p:nvSpPr>
          <p:cNvPr id="7" name="Text 5"/>
          <p:cNvSpPr/>
          <p:nvPr/>
        </p:nvSpPr>
        <p:spPr>
          <a:xfrm>
            <a:off x="411480" y="1261872"/>
            <a:ext cx="2560320" cy="256032"/>
          </a:xfrm>
          <a:prstGeom prst="rect">
            <a:avLst/>
          </a:prstGeom>
          <a:noFill/>
          <a:ln/>
        </p:spPr>
        <p:txBody>
          <a:bodyPr wrap="square" lIns="0" tIns="0" rIns="0" bIns="0" rtlCol="0" anchor="ctr"/>
          <a:lstStyle/>
          <a:p>
            <a:pPr indent="0" marL="0">
              <a:buNone/>
            </a:pPr>
            <a:r>
              <a:rPr lang="en-US" sz="1300" b="1" dirty="0">
                <a:solidFill>
                  <a:srgbClr val="FFD700"/>
                </a:solidFill>
                <a:latin typeface="Arial Black" pitchFamily="34" charset="0"/>
                <a:ea typeface="Arial Black" pitchFamily="34" charset="-122"/>
                <a:cs typeface="Arial Black" pitchFamily="34" charset="-120"/>
              </a:rPr>
              <a:t>🟡 Gold Ball</a:t>
            </a:r>
            <a:endParaRPr lang="en-US" sz="1300" dirty="0"/>
          </a:p>
        </p:txBody>
      </p:sp>
      <p:sp>
        <p:nvSpPr>
          <p:cNvPr id="8" name="Text 6"/>
          <p:cNvSpPr/>
          <p:nvPr/>
        </p:nvSpPr>
        <p:spPr>
          <a:xfrm>
            <a:off x="411480" y="1591056"/>
            <a:ext cx="3840480" cy="347472"/>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SHIELD (60s) — Activates invincibility. Car glows gold. Collisions ignored.</a:t>
            </a:r>
            <a:endParaRPr lang="en-US" sz="950" dirty="0"/>
          </a:p>
        </p:txBody>
      </p:sp>
      <p:sp>
        <p:nvSpPr>
          <p:cNvPr id="9" name="Shape 7"/>
          <p:cNvSpPr/>
          <p:nvPr/>
        </p:nvSpPr>
        <p:spPr>
          <a:xfrm>
            <a:off x="274320" y="2148840"/>
            <a:ext cx="4114800" cy="82296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10" name="Shape 8"/>
          <p:cNvSpPr/>
          <p:nvPr/>
        </p:nvSpPr>
        <p:spPr>
          <a:xfrm>
            <a:off x="3108960" y="2221992"/>
            <a:ext cx="1188720" cy="228600"/>
          </a:xfrm>
          <a:prstGeom prst="rect">
            <a:avLst/>
          </a:prstGeom>
          <a:solidFill>
            <a:srgbClr val="0072FF">
              <a:alpha val="25000"/>
            </a:srgbClr>
          </a:solidFill>
          <a:ln w="10160">
            <a:solidFill>
              <a:srgbClr val="0072FF"/>
            </a:solidFill>
            <a:prstDash val="solid"/>
          </a:ln>
        </p:spPr>
      </p:sp>
      <p:sp>
        <p:nvSpPr>
          <p:cNvPr id="11" name="Text 9"/>
          <p:cNvSpPr/>
          <p:nvPr/>
        </p:nvSpPr>
        <p:spPr>
          <a:xfrm>
            <a:off x="3108960" y="2231136"/>
            <a:ext cx="1188720" cy="201168"/>
          </a:xfrm>
          <a:prstGeom prst="rect">
            <a:avLst/>
          </a:prstGeom>
          <a:noFill/>
          <a:ln/>
        </p:spPr>
        <p:txBody>
          <a:bodyPr wrap="square" lIns="0" tIns="0" rIns="0" bIns="0" rtlCol="0" anchor="ctr"/>
          <a:lstStyle/>
          <a:p>
            <a:pPr algn="ctr" indent="0" marL="0">
              <a:buNone/>
            </a:pPr>
            <a:r>
              <a:rPr lang="en-US" sz="750" b="1" dirty="0">
                <a:solidFill>
                  <a:srgbClr val="0072FF"/>
                </a:solidFill>
                <a:latin typeface="Calibri" pitchFamily="34" charset="0"/>
                <a:ea typeface="Calibri" pitchFamily="34" charset="-122"/>
                <a:cs typeface="Calibri" pitchFamily="34" charset="-120"/>
              </a:rPr>
              <a:t>SCORE BOOST</a:t>
            </a:r>
            <a:endParaRPr lang="en-US" sz="750" dirty="0"/>
          </a:p>
        </p:txBody>
      </p:sp>
      <p:sp>
        <p:nvSpPr>
          <p:cNvPr id="12" name="Text 10"/>
          <p:cNvSpPr/>
          <p:nvPr/>
        </p:nvSpPr>
        <p:spPr>
          <a:xfrm>
            <a:off x="411480" y="2221992"/>
            <a:ext cx="2560320" cy="256032"/>
          </a:xfrm>
          <a:prstGeom prst="rect">
            <a:avLst/>
          </a:prstGeom>
          <a:noFill/>
          <a:ln/>
        </p:spPr>
        <p:txBody>
          <a:bodyPr wrap="square" lIns="0" tIns="0" rIns="0" bIns="0" rtlCol="0" anchor="ctr"/>
          <a:lstStyle/>
          <a:p>
            <a:pPr indent="0" marL="0">
              <a:buNone/>
            </a:pPr>
            <a:r>
              <a:rPr lang="en-US" sz="1300" b="1" dirty="0">
                <a:solidFill>
                  <a:srgbClr val="0072FF"/>
                </a:solidFill>
                <a:latin typeface="Arial Black" pitchFamily="34" charset="0"/>
                <a:ea typeface="Arial Black" pitchFamily="34" charset="-122"/>
                <a:cs typeface="Arial Black" pitchFamily="34" charset="-120"/>
              </a:rPr>
              <a:t>🔵 Blue Ball</a:t>
            </a:r>
            <a:endParaRPr lang="en-US" sz="1300" dirty="0"/>
          </a:p>
        </p:txBody>
      </p:sp>
      <p:sp>
        <p:nvSpPr>
          <p:cNvPr id="13" name="Text 11"/>
          <p:cNvSpPr/>
          <p:nvPr/>
        </p:nvSpPr>
        <p:spPr>
          <a:xfrm>
            <a:off x="411480" y="2551176"/>
            <a:ext cx="3840480" cy="347472"/>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2× SCORE (30s) — Doubles all score accumulation for 30 seconds.</a:t>
            </a:r>
            <a:endParaRPr lang="en-US" sz="950" dirty="0"/>
          </a:p>
        </p:txBody>
      </p:sp>
      <p:sp>
        <p:nvSpPr>
          <p:cNvPr id="14" name="Shape 12"/>
          <p:cNvSpPr/>
          <p:nvPr/>
        </p:nvSpPr>
        <p:spPr>
          <a:xfrm>
            <a:off x="274320" y="3108960"/>
            <a:ext cx="4114800" cy="82296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15" name="Shape 13"/>
          <p:cNvSpPr/>
          <p:nvPr/>
        </p:nvSpPr>
        <p:spPr>
          <a:xfrm>
            <a:off x="3108960" y="3182112"/>
            <a:ext cx="1188720" cy="228600"/>
          </a:xfrm>
          <a:prstGeom prst="rect">
            <a:avLst/>
          </a:prstGeom>
          <a:solidFill>
            <a:srgbClr val="FF3B3B">
              <a:alpha val="25000"/>
            </a:srgbClr>
          </a:solidFill>
          <a:ln w="10160">
            <a:solidFill>
              <a:srgbClr val="FF3B3B"/>
            </a:solidFill>
            <a:prstDash val="solid"/>
          </a:ln>
        </p:spPr>
      </p:sp>
      <p:sp>
        <p:nvSpPr>
          <p:cNvPr id="16" name="Text 14"/>
          <p:cNvSpPr/>
          <p:nvPr/>
        </p:nvSpPr>
        <p:spPr>
          <a:xfrm>
            <a:off x="3108960" y="3191256"/>
            <a:ext cx="1188720" cy="201168"/>
          </a:xfrm>
          <a:prstGeom prst="rect">
            <a:avLst/>
          </a:prstGeom>
          <a:noFill/>
          <a:ln/>
        </p:spPr>
        <p:txBody>
          <a:bodyPr wrap="square" lIns="0" tIns="0" rIns="0" bIns="0" rtlCol="0" anchor="ctr"/>
          <a:lstStyle/>
          <a:p>
            <a:pPr algn="ctr" indent="0" marL="0">
              <a:buNone/>
            </a:pPr>
            <a:r>
              <a:rPr lang="en-US" sz="750" b="1" dirty="0">
                <a:solidFill>
                  <a:srgbClr val="FF3B3B"/>
                </a:solidFill>
                <a:latin typeface="Calibri" pitchFamily="34" charset="0"/>
                <a:ea typeface="Calibri" pitchFamily="34" charset="-122"/>
                <a:cs typeface="Calibri" pitchFamily="34" charset="-120"/>
              </a:rPr>
              <a:t>DANGER</a:t>
            </a:r>
            <a:endParaRPr lang="en-US" sz="750" dirty="0"/>
          </a:p>
        </p:txBody>
      </p:sp>
      <p:sp>
        <p:nvSpPr>
          <p:cNvPr id="17" name="Text 15"/>
          <p:cNvSpPr/>
          <p:nvPr/>
        </p:nvSpPr>
        <p:spPr>
          <a:xfrm>
            <a:off x="411480" y="3182112"/>
            <a:ext cx="2560320" cy="256032"/>
          </a:xfrm>
          <a:prstGeom prst="rect">
            <a:avLst/>
          </a:prstGeom>
          <a:noFill/>
          <a:ln/>
        </p:spPr>
        <p:txBody>
          <a:bodyPr wrap="square" lIns="0" tIns="0" rIns="0" bIns="0" rtlCol="0" anchor="ctr"/>
          <a:lstStyle/>
          <a:p>
            <a:pPr indent="0" marL="0">
              <a:buNone/>
            </a:pPr>
            <a:r>
              <a:rPr lang="en-US" sz="1300" b="1" dirty="0">
                <a:solidFill>
                  <a:srgbClr val="FF3B3B"/>
                </a:solidFill>
                <a:latin typeface="Arial Black" pitchFamily="34" charset="0"/>
                <a:ea typeface="Arial Black" pitchFamily="34" charset="-122"/>
                <a:cs typeface="Arial Black" pitchFamily="34" charset="-120"/>
              </a:rPr>
              <a:t>🔴 Red Ball</a:t>
            </a:r>
            <a:endParaRPr lang="en-US" sz="1300" dirty="0"/>
          </a:p>
        </p:txBody>
      </p:sp>
      <p:sp>
        <p:nvSpPr>
          <p:cNvPr id="18" name="Text 16"/>
          <p:cNvSpPr/>
          <p:nvPr/>
        </p:nvSpPr>
        <p:spPr>
          <a:xfrm>
            <a:off x="411480" y="3511296"/>
            <a:ext cx="3840480" cy="347472"/>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INSTANT CRASH — Deadly obstacle — avoid at all costs. Red glow warning.</a:t>
            </a:r>
            <a:endParaRPr lang="en-US" sz="950" dirty="0"/>
          </a:p>
        </p:txBody>
      </p:sp>
      <p:sp>
        <p:nvSpPr>
          <p:cNvPr id="19" name="Shape 17"/>
          <p:cNvSpPr/>
          <p:nvPr/>
        </p:nvSpPr>
        <p:spPr>
          <a:xfrm>
            <a:off x="274320" y="4069080"/>
            <a:ext cx="4114800" cy="82296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20" name="Shape 18"/>
          <p:cNvSpPr/>
          <p:nvPr/>
        </p:nvSpPr>
        <p:spPr>
          <a:xfrm>
            <a:off x="3108960" y="4142232"/>
            <a:ext cx="1188720" cy="228600"/>
          </a:xfrm>
          <a:prstGeom prst="rect">
            <a:avLst/>
          </a:prstGeom>
          <a:solidFill>
            <a:srgbClr val="2ECC71">
              <a:alpha val="25000"/>
            </a:srgbClr>
          </a:solidFill>
          <a:ln w="10160">
            <a:solidFill>
              <a:srgbClr val="2ECC71"/>
            </a:solidFill>
            <a:prstDash val="solid"/>
          </a:ln>
        </p:spPr>
      </p:sp>
      <p:sp>
        <p:nvSpPr>
          <p:cNvPr id="21" name="Text 19"/>
          <p:cNvSpPr/>
          <p:nvPr/>
        </p:nvSpPr>
        <p:spPr>
          <a:xfrm>
            <a:off x="3108960" y="4151376"/>
            <a:ext cx="1188720" cy="201168"/>
          </a:xfrm>
          <a:prstGeom prst="rect">
            <a:avLst/>
          </a:prstGeom>
          <a:noFill/>
          <a:ln/>
        </p:spPr>
        <p:txBody>
          <a:bodyPr wrap="square" lIns="0" tIns="0" rIns="0" bIns="0" rtlCol="0" anchor="ctr"/>
          <a:lstStyle/>
          <a:p>
            <a:pPr algn="ctr" indent="0" marL="0">
              <a:buNone/>
            </a:pPr>
            <a:r>
              <a:rPr lang="en-US" sz="750" b="1" dirty="0">
                <a:solidFill>
                  <a:srgbClr val="2ECC71"/>
                </a:solidFill>
                <a:latin typeface="Calibri" pitchFamily="34" charset="0"/>
                <a:ea typeface="Calibri" pitchFamily="34" charset="-122"/>
                <a:cs typeface="Calibri" pitchFamily="34" charset="-120"/>
              </a:rPr>
              <a:t>CURRENCY</a:t>
            </a:r>
            <a:endParaRPr lang="en-US" sz="750" dirty="0"/>
          </a:p>
        </p:txBody>
      </p:sp>
      <p:sp>
        <p:nvSpPr>
          <p:cNvPr id="22" name="Text 20"/>
          <p:cNvSpPr/>
          <p:nvPr/>
        </p:nvSpPr>
        <p:spPr>
          <a:xfrm>
            <a:off x="411480" y="4142232"/>
            <a:ext cx="2560320" cy="256032"/>
          </a:xfrm>
          <a:prstGeom prst="rect">
            <a:avLst/>
          </a:prstGeom>
          <a:noFill/>
          <a:ln/>
        </p:spPr>
        <p:txBody>
          <a:bodyPr wrap="square" lIns="0" tIns="0" rIns="0" bIns="0" rtlCol="0" anchor="ctr"/>
          <a:lstStyle/>
          <a:p>
            <a:pPr indent="0" marL="0">
              <a:buNone/>
            </a:pPr>
            <a:r>
              <a:rPr lang="en-US" sz="1300" b="1" dirty="0">
                <a:solidFill>
                  <a:srgbClr val="2ECC71"/>
                </a:solidFill>
                <a:latin typeface="Arial Black" pitchFamily="34" charset="0"/>
                <a:ea typeface="Arial Black" pitchFamily="34" charset="-122"/>
                <a:cs typeface="Arial Black" pitchFamily="34" charset="-120"/>
              </a:rPr>
              <a:t>🟢 Green Coin</a:t>
            </a:r>
            <a:endParaRPr lang="en-US" sz="1300" dirty="0"/>
          </a:p>
        </p:txBody>
      </p:sp>
      <p:sp>
        <p:nvSpPr>
          <p:cNvPr id="23" name="Text 21"/>
          <p:cNvSpPr/>
          <p:nvPr/>
        </p:nvSpPr>
        <p:spPr>
          <a:xfrm>
            <a:off x="411480" y="4471416"/>
            <a:ext cx="3840480" cy="347472"/>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+1 Green Coin — In-session currency. Resets on restart.</a:t>
            </a:r>
            <a:endParaRPr lang="en-US" sz="950" dirty="0"/>
          </a:p>
        </p:txBody>
      </p:sp>
      <p:sp>
        <p:nvSpPr>
          <p:cNvPr id="24" name="Shape 22"/>
          <p:cNvSpPr/>
          <p:nvPr/>
        </p:nvSpPr>
        <p:spPr>
          <a:xfrm>
            <a:off x="4846320" y="1188720"/>
            <a:ext cx="4114800" cy="82296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25" name="Shape 23"/>
          <p:cNvSpPr/>
          <p:nvPr/>
        </p:nvSpPr>
        <p:spPr>
          <a:xfrm>
            <a:off x="7680960" y="1261872"/>
            <a:ext cx="1188720" cy="228600"/>
          </a:xfrm>
          <a:prstGeom prst="rect">
            <a:avLst/>
          </a:prstGeom>
          <a:solidFill>
            <a:srgbClr val="FF69B4">
              <a:alpha val="25000"/>
            </a:srgbClr>
          </a:solidFill>
          <a:ln w="10160">
            <a:solidFill>
              <a:srgbClr val="FF69B4"/>
            </a:solidFill>
            <a:prstDash val="solid"/>
          </a:ln>
        </p:spPr>
      </p:sp>
      <p:sp>
        <p:nvSpPr>
          <p:cNvPr id="26" name="Text 24"/>
          <p:cNvSpPr/>
          <p:nvPr/>
        </p:nvSpPr>
        <p:spPr>
          <a:xfrm>
            <a:off x="7680960" y="1271016"/>
            <a:ext cx="1188720" cy="201168"/>
          </a:xfrm>
          <a:prstGeom prst="rect">
            <a:avLst/>
          </a:prstGeom>
          <a:noFill/>
          <a:ln/>
        </p:spPr>
        <p:txBody>
          <a:bodyPr wrap="square" lIns="0" tIns="0" rIns="0" bIns="0" rtlCol="0" anchor="ctr"/>
          <a:lstStyle/>
          <a:p>
            <a:pPr algn="ctr" indent="0" marL="0">
              <a:buNone/>
            </a:pPr>
            <a:r>
              <a:rPr lang="en-US" sz="750" b="1" dirty="0">
                <a:solidFill>
                  <a:srgbClr val="FF69B4"/>
                </a:solidFill>
                <a:latin typeface="Calibri" pitchFamily="34" charset="0"/>
                <a:ea typeface="Calibri" pitchFamily="34" charset="-122"/>
                <a:cs typeface="Calibri" pitchFamily="34" charset="-120"/>
              </a:rPr>
              <a:t>PREMIUM</a:t>
            </a:r>
            <a:endParaRPr lang="en-US" sz="750" dirty="0"/>
          </a:p>
        </p:txBody>
      </p:sp>
      <p:sp>
        <p:nvSpPr>
          <p:cNvPr id="27" name="Text 25"/>
          <p:cNvSpPr/>
          <p:nvPr/>
        </p:nvSpPr>
        <p:spPr>
          <a:xfrm>
            <a:off x="4983480" y="1261872"/>
            <a:ext cx="2560320" cy="256032"/>
          </a:xfrm>
          <a:prstGeom prst="rect">
            <a:avLst/>
          </a:prstGeom>
          <a:noFill/>
          <a:ln/>
        </p:spPr>
        <p:txBody>
          <a:bodyPr wrap="square" lIns="0" tIns="0" rIns="0" bIns="0" rtlCol="0" anchor="ctr"/>
          <a:lstStyle/>
          <a:p>
            <a:pPr indent="0" marL="0">
              <a:buNone/>
            </a:pPr>
            <a:r>
              <a:rPr lang="en-US" sz="1300" b="1" dirty="0">
                <a:solidFill>
                  <a:srgbClr val="FF69B4"/>
                </a:solidFill>
                <a:latin typeface="Arial Black" pitchFamily="34" charset="0"/>
                <a:ea typeface="Arial Black" pitchFamily="34" charset="-122"/>
                <a:cs typeface="Arial Black" pitchFamily="34" charset="-120"/>
              </a:rPr>
              <a:t>🩷 Pink Coin</a:t>
            </a:r>
            <a:endParaRPr lang="en-US" sz="1300" dirty="0"/>
          </a:p>
        </p:txBody>
      </p:sp>
      <p:sp>
        <p:nvSpPr>
          <p:cNvPr id="28" name="Text 26"/>
          <p:cNvSpPr/>
          <p:nvPr/>
        </p:nvSpPr>
        <p:spPr>
          <a:xfrm>
            <a:off x="4983480" y="1591056"/>
            <a:ext cx="3840480" cy="347472"/>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+1 Pink Coin — Persistent currency saved to localStorage. Used to unlock levels.</a:t>
            </a:r>
            <a:endParaRPr lang="en-US" sz="950" dirty="0"/>
          </a:p>
        </p:txBody>
      </p:sp>
      <p:sp>
        <p:nvSpPr>
          <p:cNvPr id="29" name="Shape 27"/>
          <p:cNvSpPr/>
          <p:nvPr/>
        </p:nvSpPr>
        <p:spPr>
          <a:xfrm>
            <a:off x="4846320" y="2148840"/>
            <a:ext cx="4114800" cy="82296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30" name="Shape 28"/>
          <p:cNvSpPr/>
          <p:nvPr/>
        </p:nvSpPr>
        <p:spPr>
          <a:xfrm>
            <a:off x="7680960" y="2221992"/>
            <a:ext cx="1188720" cy="228600"/>
          </a:xfrm>
          <a:prstGeom prst="rect">
            <a:avLst/>
          </a:prstGeom>
          <a:solidFill>
            <a:srgbClr val="2ECC71">
              <a:alpha val="25000"/>
            </a:srgbClr>
          </a:solidFill>
          <a:ln w="10160">
            <a:solidFill>
              <a:srgbClr val="2ECC71"/>
            </a:solidFill>
            <a:prstDash val="solid"/>
          </a:ln>
        </p:spPr>
      </p:sp>
      <p:sp>
        <p:nvSpPr>
          <p:cNvPr id="31" name="Text 29"/>
          <p:cNvSpPr/>
          <p:nvPr/>
        </p:nvSpPr>
        <p:spPr>
          <a:xfrm>
            <a:off x="7680960" y="2231136"/>
            <a:ext cx="1188720" cy="201168"/>
          </a:xfrm>
          <a:prstGeom prst="rect">
            <a:avLst/>
          </a:prstGeom>
          <a:noFill/>
          <a:ln/>
        </p:spPr>
        <p:txBody>
          <a:bodyPr wrap="square" lIns="0" tIns="0" rIns="0" bIns="0" rtlCol="0" anchor="ctr"/>
          <a:lstStyle/>
          <a:p>
            <a:pPr algn="ctr" indent="0" marL="0">
              <a:buNone/>
            </a:pPr>
            <a:r>
              <a:rPr lang="en-US" sz="750" b="1" dirty="0">
                <a:solidFill>
                  <a:srgbClr val="2ECC71"/>
                </a:solidFill>
                <a:latin typeface="Calibri" pitchFamily="34" charset="0"/>
                <a:ea typeface="Calibri" pitchFamily="34" charset="-122"/>
                <a:cs typeface="Calibri" pitchFamily="34" charset="-120"/>
              </a:rPr>
              <a:t>SURVIVAL</a:t>
            </a:r>
            <a:endParaRPr lang="en-US" sz="750" dirty="0"/>
          </a:p>
        </p:txBody>
      </p:sp>
      <p:sp>
        <p:nvSpPr>
          <p:cNvPr id="32" name="Text 30"/>
          <p:cNvSpPr/>
          <p:nvPr/>
        </p:nvSpPr>
        <p:spPr>
          <a:xfrm>
            <a:off x="4983480" y="2221992"/>
            <a:ext cx="2560320" cy="256032"/>
          </a:xfrm>
          <a:prstGeom prst="rect">
            <a:avLst/>
          </a:prstGeom>
          <a:noFill/>
          <a:ln/>
        </p:spPr>
        <p:txBody>
          <a:bodyPr wrap="square" lIns="0" tIns="0" rIns="0" bIns="0" rtlCol="0" anchor="ctr"/>
          <a:lstStyle/>
          <a:p>
            <a:pPr indent="0" marL="0">
              <a:buNone/>
            </a:pPr>
            <a:r>
              <a:rPr lang="en-US" sz="1300" b="1" dirty="0">
                <a:solidFill>
                  <a:srgbClr val="2ECC71"/>
                </a:solidFill>
                <a:latin typeface="Arial Black" pitchFamily="34" charset="0"/>
                <a:ea typeface="Arial Black" pitchFamily="34" charset="-122"/>
                <a:cs typeface="Arial Black" pitchFamily="34" charset="-120"/>
              </a:rPr>
              <a:t>🟩 Free Fuel Tank</a:t>
            </a:r>
            <a:endParaRPr lang="en-US" sz="1300" dirty="0"/>
          </a:p>
        </p:txBody>
      </p:sp>
      <p:sp>
        <p:nvSpPr>
          <p:cNvPr id="33" name="Text 31"/>
          <p:cNvSpPr/>
          <p:nvPr/>
        </p:nvSpPr>
        <p:spPr>
          <a:xfrm>
            <a:off x="4983480" y="2551176"/>
            <a:ext cx="3840480" cy="347472"/>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FUEL REFILL — Green tank — spawns once per stage. Restores fuel to 100%.</a:t>
            </a:r>
            <a:endParaRPr lang="en-US" sz="950" dirty="0"/>
          </a:p>
        </p:txBody>
      </p:sp>
      <p:sp>
        <p:nvSpPr>
          <p:cNvPr id="34" name="Shape 32"/>
          <p:cNvSpPr/>
          <p:nvPr/>
        </p:nvSpPr>
        <p:spPr>
          <a:xfrm>
            <a:off x="4846320" y="3108960"/>
            <a:ext cx="4114800" cy="82296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35" name="Shape 33"/>
          <p:cNvSpPr/>
          <p:nvPr/>
        </p:nvSpPr>
        <p:spPr>
          <a:xfrm>
            <a:off x="7680960" y="3182112"/>
            <a:ext cx="1188720" cy="228600"/>
          </a:xfrm>
          <a:prstGeom prst="rect">
            <a:avLst/>
          </a:prstGeom>
          <a:solidFill>
            <a:srgbClr val="FF3B3B">
              <a:alpha val="25000"/>
            </a:srgbClr>
          </a:solidFill>
          <a:ln w="10160">
            <a:solidFill>
              <a:srgbClr val="FF3B3B"/>
            </a:solidFill>
            <a:prstDash val="solid"/>
          </a:ln>
        </p:spPr>
      </p:sp>
      <p:sp>
        <p:nvSpPr>
          <p:cNvPr id="36" name="Text 34"/>
          <p:cNvSpPr/>
          <p:nvPr/>
        </p:nvSpPr>
        <p:spPr>
          <a:xfrm>
            <a:off x="7680960" y="3191256"/>
            <a:ext cx="1188720" cy="201168"/>
          </a:xfrm>
          <a:prstGeom prst="rect">
            <a:avLst/>
          </a:prstGeom>
          <a:noFill/>
          <a:ln/>
        </p:spPr>
        <p:txBody>
          <a:bodyPr wrap="square" lIns="0" tIns="0" rIns="0" bIns="0" rtlCol="0" anchor="ctr"/>
          <a:lstStyle/>
          <a:p>
            <a:pPr algn="ctr" indent="0" marL="0">
              <a:buNone/>
            </a:pPr>
            <a:r>
              <a:rPr lang="en-US" sz="750" b="1" dirty="0">
                <a:solidFill>
                  <a:srgbClr val="FF3B3B"/>
                </a:solidFill>
                <a:latin typeface="Calibri" pitchFamily="34" charset="0"/>
                <a:ea typeface="Calibri" pitchFamily="34" charset="-122"/>
                <a:cs typeface="Calibri" pitchFamily="34" charset="-120"/>
              </a:rPr>
              <a:t>PAID</a:t>
            </a:r>
            <a:endParaRPr lang="en-US" sz="750" dirty="0"/>
          </a:p>
        </p:txBody>
      </p:sp>
      <p:sp>
        <p:nvSpPr>
          <p:cNvPr id="37" name="Text 35"/>
          <p:cNvSpPr/>
          <p:nvPr/>
        </p:nvSpPr>
        <p:spPr>
          <a:xfrm>
            <a:off x="4983480" y="3182112"/>
            <a:ext cx="2560320" cy="256032"/>
          </a:xfrm>
          <a:prstGeom prst="rect">
            <a:avLst/>
          </a:prstGeom>
          <a:noFill/>
          <a:ln/>
        </p:spPr>
        <p:txBody>
          <a:bodyPr wrap="square" lIns="0" tIns="0" rIns="0" bIns="0" rtlCol="0" anchor="ctr"/>
          <a:lstStyle/>
          <a:p>
            <a:pPr indent="0" marL="0">
              <a:buNone/>
            </a:pPr>
            <a:r>
              <a:rPr lang="en-US" sz="1300" b="1" dirty="0">
                <a:solidFill>
                  <a:srgbClr val="FF3B3B"/>
                </a:solidFill>
                <a:latin typeface="Arial Black" pitchFamily="34" charset="0"/>
                <a:ea typeface="Arial Black" pitchFamily="34" charset="-122"/>
                <a:cs typeface="Arial Black" pitchFamily="34" charset="-120"/>
              </a:rPr>
              <a:t>🟥 Paid Fuel Tank</a:t>
            </a:r>
            <a:endParaRPr lang="en-US" sz="1300" dirty="0"/>
          </a:p>
        </p:txBody>
      </p:sp>
      <p:sp>
        <p:nvSpPr>
          <p:cNvPr id="38" name="Text 36"/>
          <p:cNvSpPr/>
          <p:nvPr/>
        </p:nvSpPr>
        <p:spPr>
          <a:xfrm>
            <a:off x="4983480" y="3511296"/>
            <a:ext cx="3840480" cy="347472"/>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PAID REFUEL — Red glowing tank — costs green coins. Has pulsing glow animation.</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2121A"/>
          </a:solidFill>
          <a:ln w="12700">
            <a:solidFill>
              <a:srgbClr val="12121A"/>
            </a:solidFill>
            <a:prstDash val="solid"/>
          </a:ln>
        </p:spPr>
      </p:sp>
      <p:sp>
        <p:nvSpPr>
          <p:cNvPr id="3" name="Text 1"/>
          <p:cNvSpPr/>
          <p:nvPr/>
        </p:nvSpPr>
        <p:spPr>
          <a:xfrm>
            <a:off x="274320" y="320040"/>
            <a:ext cx="8595360" cy="640080"/>
          </a:xfrm>
          <a:prstGeom prst="rect">
            <a:avLst/>
          </a:prstGeom>
          <a:noFill/>
          <a:ln/>
        </p:spPr>
        <p:txBody>
          <a:bodyPr wrap="square" lIns="0" tIns="0" rIns="0" bIns="0" rtlCol="0" anchor="ctr"/>
          <a:lstStyle/>
          <a:p>
            <a:pPr algn="l" indent="0" marL="0">
              <a:buNone/>
            </a:pPr>
            <a:r>
              <a:rPr lang="en-US" sz="2800" b="1" dirty="0">
                <a:solidFill>
                  <a:srgbClr val="00D4FF"/>
                </a:solidFill>
                <a:effectLst>
                  <a:glow rad="101600">
                    <a:srgbClr val="00D4FF">
                      <a:alpha val="60000"/>
                    </a:srgbClr>
                  </a:glow>
                </a:effectLst>
                <a:latin typeface="Arial Black" pitchFamily="34" charset="0"/>
                <a:ea typeface="Arial Black" pitchFamily="34" charset="-122"/>
                <a:cs typeface="Arial Black" pitchFamily="34" charset="-120"/>
              </a:rPr>
              <a:t>🖥️  UI / UX DESIGN &amp; MENUS</a:t>
            </a:r>
            <a:endParaRPr lang="en-US" sz="2800" dirty="0"/>
          </a:p>
        </p:txBody>
      </p:sp>
      <p:sp>
        <p:nvSpPr>
          <p:cNvPr id="4" name="Shape 2"/>
          <p:cNvSpPr/>
          <p:nvPr/>
        </p:nvSpPr>
        <p:spPr>
          <a:xfrm>
            <a:off x="274320" y="1143000"/>
            <a:ext cx="4114800" cy="178308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5" name="Shape 3"/>
          <p:cNvSpPr/>
          <p:nvPr/>
        </p:nvSpPr>
        <p:spPr>
          <a:xfrm>
            <a:off x="274320" y="1143000"/>
            <a:ext cx="54864" cy="1783080"/>
          </a:xfrm>
          <a:prstGeom prst="rect">
            <a:avLst/>
          </a:prstGeom>
          <a:solidFill>
            <a:srgbClr val="00D4FF"/>
          </a:solidFill>
          <a:ln w="12700">
            <a:solidFill>
              <a:srgbClr val="00D4FF"/>
            </a:solidFill>
            <a:prstDash val="solid"/>
          </a:ln>
        </p:spPr>
      </p:sp>
      <p:sp>
        <p:nvSpPr>
          <p:cNvPr id="6" name="Text 4"/>
          <p:cNvSpPr/>
          <p:nvPr/>
        </p:nvSpPr>
        <p:spPr>
          <a:xfrm>
            <a:off x="457200" y="1234440"/>
            <a:ext cx="3657600" cy="320040"/>
          </a:xfrm>
          <a:prstGeom prst="rect">
            <a:avLst/>
          </a:prstGeom>
          <a:noFill/>
          <a:ln/>
        </p:spPr>
        <p:txBody>
          <a:bodyPr wrap="square" lIns="0" tIns="0" rIns="0" bIns="0" rtlCol="0" anchor="ctr"/>
          <a:lstStyle/>
          <a:p>
            <a:pPr indent="0" marL="0">
              <a:buNone/>
            </a:pPr>
            <a:r>
              <a:rPr lang="en-US" sz="1400" b="1" dirty="0">
                <a:solidFill>
                  <a:srgbClr val="00D4FF"/>
                </a:solidFill>
                <a:latin typeface="Arial Black" pitchFamily="34" charset="0"/>
                <a:ea typeface="Arial Black" pitchFamily="34" charset="-122"/>
                <a:cs typeface="Arial Black" pitchFamily="34" charset="-120"/>
              </a:rPr>
              <a:t>Main Menu</a:t>
            </a:r>
            <a:endParaRPr lang="en-US" sz="1400" dirty="0"/>
          </a:p>
        </p:txBody>
      </p:sp>
      <p:sp>
        <p:nvSpPr>
          <p:cNvPr id="7" name="Text 5"/>
          <p:cNvSpPr/>
          <p:nvPr/>
        </p:nvSpPr>
        <p:spPr>
          <a:xfrm>
            <a:off x="457200" y="1618488"/>
            <a:ext cx="3657600" cy="1188720"/>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ENTER GAME button</a:t>
            </a:r>
            <a:endParaRPr lang="en-US" sz="1050" dirty="0"/>
          </a:p>
          <a:p>
            <a:pPr indent="0" marL="0">
              <a:buNone/>
            </a:pPr>
            <a:r>
              <a:rPr lang="en-US" sz="1050" dirty="0">
                <a:solidFill>
                  <a:srgbClr val="AAAAAA"/>
                </a:solidFill>
                <a:latin typeface="Calibri" pitchFamily="34" charset="0"/>
                <a:ea typeface="Calibri" pitchFamily="34" charset="-122"/>
                <a:cs typeface="Calibri" pitchFamily="34" charset="-120"/>
              </a:rPr>
              <a:t>Settings &amp; Garage</a:t>
            </a:r>
            <a:endParaRPr lang="en-US" sz="1050" dirty="0"/>
          </a:p>
          <a:p>
            <a:pPr indent="0" marL="0">
              <a:buNone/>
            </a:pPr>
            <a:r>
              <a:rPr lang="en-US" sz="1050" dirty="0">
                <a:solidFill>
                  <a:srgbClr val="AAAAAA"/>
                </a:solidFill>
                <a:latin typeface="Calibri" pitchFamily="34" charset="0"/>
                <a:ea typeface="Calibri" pitchFamily="34" charset="-122"/>
                <a:cs typeface="Calibri" pitchFamily="34" charset="-120"/>
              </a:rPr>
              <a:t>Developer Info</a:t>
            </a:r>
            <a:endParaRPr lang="en-US" sz="1050" dirty="0"/>
          </a:p>
          <a:p>
            <a:pPr indent="0" marL="0">
              <a:buNone/>
            </a:pPr>
            <a:r>
              <a:rPr lang="en-US" sz="1050" dirty="0">
                <a:solidFill>
                  <a:srgbClr val="AAAAAA"/>
                </a:solidFill>
                <a:latin typeface="Calibri" pitchFamily="34" charset="0"/>
                <a:ea typeface="Calibri" pitchFamily="34" charset="-122"/>
                <a:cs typeface="Calibri" pitchFamily="34" charset="-120"/>
              </a:rPr>
              <a:t>Animated title with glow pulse</a:t>
            </a:r>
            <a:endParaRPr lang="en-US" sz="1050" dirty="0"/>
          </a:p>
        </p:txBody>
      </p:sp>
      <p:sp>
        <p:nvSpPr>
          <p:cNvPr id="8" name="Shape 6"/>
          <p:cNvSpPr/>
          <p:nvPr/>
        </p:nvSpPr>
        <p:spPr>
          <a:xfrm>
            <a:off x="457200" y="1709928"/>
            <a:ext cx="64008" cy="64008"/>
          </a:xfrm>
          <a:prstGeom prst="ellipse">
            <a:avLst/>
          </a:prstGeom>
          <a:solidFill>
            <a:srgbClr val="00D4FF"/>
          </a:solidFill>
          <a:ln w="12700">
            <a:solidFill>
              <a:srgbClr val="00D4FF"/>
            </a:solidFill>
            <a:prstDash val="solid"/>
          </a:ln>
        </p:spPr>
      </p:sp>
      <p:sp>
        <p:nvSpPr>
          <p:cNvPr id="9" name="Text 7"/>
          <p:cNvSpPr/>
          <p:nvPr/>
        </p:nvSpPr>
        <p:spPr>
          <a:xfrm>
            <a:off x="594360" y="1650492"/>
            <a:ext cx="3383280" cy="256032"/>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ENTER GAME button</a:t>
            </a:r>
            <a:endParaRPr lang="en-US" sz="1050" dirty="0"/>
          </a:p>
        </p:txBody>
      </p:sp>
      <p:sp>
        <p:nvSpPr>
          <p:cNvPr id="10" name="Shape 8"/>
          <p:cNvSpPr/>
          <p:nvPr/>
        </p:nvSpPr>
        <p:spPr>
          <a:xfrm>
            <a:off x="457200" y="1984248"/>
            <a:ext cx="64008" cy="64008"/>
          </a:xfrm>
          <a:prstGeom prst="ellipse">
            <a:avLst/>
          </a:prstGeom>
          <a:solidFill>
            <a:srgbClr val="00D4FF"/>
          </a:solidFill>
          <a:ln w="12700">
            <a:solidFill>
              <a:srgbClr val="00D4FF"/>
            </a:solidFill>
            <a:prstDash val="solid"/>
          </a:ln>
        </p:spPr>
      </p:sp>
      <p:sp>
        <p:nvSpPr>
          <p:cNvPr id="11" name="Text 9"/>
          <p:cNvSpPr/>
          <p:nvPr/>
        </p:nvSpPr>
        <p:spPr>
          <a:xfrm>
            <a:off x="594360" y="1924812"/>
            <a:ext cx="3383280" cy="256032"/>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Settings &amp; Garage</a:t>
            </a:r>
            <a:endParaRPr lang="en-US" sz="1050" dirty="0"/>
          </a:p>
        </p:txBody>
      </p:sp>
      <p:sp>
        <p:nvSpPr>
          <p:cNvPr id="12" name="Shape 10"/>
          <p:cNvSpPr/>
          <p:nvPr/>
        </p:nvSpPr>
        <p:spPr>
          <a:xfrm>
            <a:off x="457200" y="2258568"/>
            <a:ext cx="64008" cy="64008"/>
          </a:xfrm>
          <a:prstGeom prst="ellipse">
            <a:avLst/>
          </a:prstGeom>
          <a:solidFill>
            <a:srgbClr val="00D4FF"/>
          </a:solidFill>
          <a:ln w="12700">
            <a:solidFill>
              <a:srgbClr val="00D4FF"/>
            </a:solidFill>
            <a:prstDash val="solid"/>
          </a:ln>
        </p:spPr>
      </p:sp>
      <p:sp>
        <p:nvSpPr>
          <p:cNvPr id="13" name="Text 11"/>
          <p:cNvSpPr/>
          <p:nvPr/>
        </p:nvSpPr>
        <p:spPr>
          <a:xfrm>
            <a:off x="594360" y="2199132"/>
            <a:ext cx="3383280" cy="256032"/>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Developer Info</a:t>
            </a:r>
            <a:endParaRPr lang="en-US" sz="1050" dirty="0"/>
          </a:p>
        </p:txBody>
      </p:sp>
      <p:sp>
        <p:nvSpPr>
          <p:cNvPr id="14" name="Shape 12"/>
          <p:cNvSpPr/>
          <p:nvPr/>
        </p:nvSpPr>
        <p:spPr>
          <a:xfrm>
            <a:off x="457200" y="2532888"/>
            <a:ext cx="64008" cy="64008"/>
          </a:xfrm>
          <a:prstGeom prst="ellipse">
            <a:avLst/>
          </a:prstGeom>
          <a:solidFill>
            <a:srgbClr val="00D4FF"/>
          </a:solidFill>
          <a:ln w="12700">
            <a:solidFill>
              <a:srgbClr val="00D4FF"/>
            </a:solidFill>
            <a:prstDash val="solid"/>
          </a:ln>
        </p:spPr>
      </p:sp>
      <p:sp>
        <p:nvSpPr>
          <p:cNvPr id="15" name="Text 13"/>
          <p:cNvSpPr/>
          <p:nvPr/>
        </p:nvSpPr>
        <p:spPr>
          <a:xfrm>
            <a:off x="594360" y="2473452"/>
            <a:ext cx="3383280" cy="256032"/>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Animated title with glow pulse</a:t>
            </a:r>
            <a:endParaRPr lang="en-US" sz="1050" dirty="0"/>
          </a:p>
        </p:txBody>
      </p:sp>
      <p:sp>
        <p:nvSpPr>
          <p:cNvPr id="16" name="Shape 14"/>
          <p:cNvSpPr/>
          <p:nvPr/>
        </p:nvSpPr>
        <p:spPr>
          <a:xfrm>
            <a:off x="4754880" y="1143000"/>
            <a:ext cx="4114800" cy="178308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17" name="Shape 15"/>
          <p:cNvSpPr/>
          <p:nvPr/>
        </p:nvSpPr>
        <p:spPr>
          <a:xfrm>
            <a:off x="4754880" y="1143000"/>
            <a:ext cx="54864" cy="1783080"/>
          </a:xfrm>
          <a:prstGeom prst="rect">
            <a:avLst/>
          </a:prstGeom>
          <a:solidFill>
            <a:srgbClr val="0072FF"/>
          </a:solidFill>
          <a:ln w="12700">
            <a:solidFill>
              <a:srgbClr val="0072FF"/>
            </a:solidFill>
            <a:prstDash val="solid"/>
          </a:ln>
        </p:spPr>
      </p:sp>
      <p:sp>
        <p:nvSpPr>
          <p:cNvPr id="18" name="Text 16"/>
          <p:cNvSpPr/>
          <p:nvPr/>
        </p:nvSpPr>
        <p:spPr>
          <a:xfrm>
            <a:off x="4937760" y="1234440"/>
            <a:ext cx="3657600" cy="320040"/>
          </a:xfrm>
          <a:prstGeom prst="rect">
            <a:avLst/>
          </a:prstGeom>
          <a:noFill/>
          <a:ln/>
        </p:spPr>
        <p:txBody>
          <a:bodyPr wrap="square" lIns="0" tIns="0" rIns="0" bIns="0" rtlCol="0" anchor="ctr"/>
          <a:lstStyle/>
          <a:p>
            <a:pPr indent="0" marL="0">
              <a:buNone/>
            </a:pPr>
            <a:r>
              <a:rPr lang="en-US" sz="1400" b="1" dirty="0">
                <a:solidFill>
                  <a:srgbClr val="0072FF"/>
                </a:solidFill>
                <a:latin typeface="Arial Black" pitchFamily="34" charset="0"/>
                <a:ea typeface="Arial Black" pitchFamily="34" charset="-122"/>
                <a:cs typeface="Arial Black" pitchFamily="34" charset="-120"/>
              </a:rPr>
              <a:t>Garage &amp; Settings</a:t>
            </a:r>
            <a:endParaRPr lang="en-US" sz="1400" dirty="0"/>
          </a:p>
        </p:txBody>
      </p:sp>
      <p:sp>
        <p:nvSpPr>
          <p:cNvPr id="19" name="Text 17"/>
          <p:cNvSpPr/>
          <p:nvPr/>
        </p:nvSpPr>
        <p:spPr>
          <a:xfrm>
            <a:off x="4937760" y="1618488"/>
            <a:ext cx="3657600" cy="1188720"/>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Car skin selector (5 options)</a:t>
            </a:r>
            <a:endParaRPr lang="en-US" sz="1050" dirty="0"/>
          </a:p>
          <a:p>
            <a:pPr indent="0" marL="0">
              <a:buNone/>
            </a:pPr>
            <a:r>
              <a:rPr lang="en-US" sz="1050" dirty="0">
                <a:solidFill>
                  <a:srgbClr val="AAAAAA"/>
                </a:solidFill>
                <a:latin typeface="Calibri" pitchFamily="34" charset="0"/>
                <a:ea typeface="Calibri" pitchFamily="34" charset="-122"/>
                <a:cs typeface="Calibri" pitchFamily="34" charset="-120"/>
              </a:rPr>
              <a:t>Road theme selector (5 options)</a:t>
            </a:r>
            <a:endParaRPr lang="en-US" sz="1050" dirty="0"/>
          </a:p>
          <a:p>
            <a:pPr indent="0" marL="0">
              <a:buNone/>
            </a:pPr>
            <a:r>
              <a:rPr lang="en-US" sz="1050" dirty="0">
                <a:solidFill>
                  <a:srgbClr val="AAAAAA"/>
                </a:solidFill>
                <a:latin typeface="Calibri" pitchFamily="34" charset="0"/>
                <a:ea typeface="Calibri" pitchFamily="34" charset="-122"/>
                <a:cs typeface="Calibri" pitchFamily="34" charset="-120"/>
              </a:rPr>
              <a:t>Sound toggle ON/OFF</a:t>
            </a:r>
            <a:endParaRPr lang="en-US" sz="1050" dirty="0"/>
          </a:p>
          <a:p>
            <a:pPr indent="0" marL="0">
              <a:buNone/>
            </a:pPr>
            <a:r>
              <a:rPr lang="en-US" sz="1050" dirty="0">
                <a:solidFill>
                  <a:srgbClr val="AAAAAA"/>
                </a:solidFill>
                <a:latin typeface="Calibri" pitchFamily="34" charset="0"/>
                <a:ea typeface="Calibri" pitchFamily="34" charset="-122"/>
                <a:cs typeface="Calibri" pitchFamily="34" charset="-120"/>
              </a:rPr>
              <a:t>Level map (1–150) button</a:t>
            </a:r>
            <a:endParaRPr lang="en-US" sz="1050" dirty="0"/>
          </a:p>
        </p:txBody>
      </p:sp>
      <p:sp>
        <p:nvSpPr>
          <p:cNvPr id="20" name="Shape 18"/>
          <p:cNvSpPr/>
          <p:nvPr/>
        </p:nvSpPr>
        <p:spPr>
          <a:xfrm>
            <a:off x="4937760" y="1709928"/>
            <a:ext cx="64008" cy="64008"/>
          </a:xfrm>
          <a:prstGeom prst="ellipse">
            <a:avLst/>
          </a:prstGeom>
          <a:solidFill>
            <a:srgbClr val="0072FF"/>
          </a:solidFill>
          <a:ln w="12700">
            <a:solidFill>
              <a:srgbClr val="0072FF"/>
            </a:solidFill>
            <a:prstDash val="solid"/>
          </a:ln>
        </p:spPr>
      </p:sp>
      <p:sp>
        <p:nvSpPr>
          <p:cNvPr id="21" name="Text 19"/>
          <p:cNvSpPr/>
          <p:nvPr/>
        </p:nvSpPr>
        <p:spPr>
          <a:xfrm>
            <a:off x="5074920" y="1650492"/>
            <a:ext cx="3383280" cy="256032"/>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Car skin selector (5 options)</a:t>
            </a:r>
            <a:endParaRPr lang="en-US" sz="1050" dirty="0"/>
          </a:p>
        </p:txBody>
      </p:sp>
      <p:sp>
        <p:nvSpPr>
          <p:cNvPr id="22" name="Shape 20"/>
          <p:cNvSpPr/>
          <p:nvPr/>
        </p:nvSpPr>
        <p:spPr>
          <a:xfrm>
            <a:off x="4937760" y="1984248"/>
            <a:ext cx="64008" cy="64008"/>
          </a:xfrm>
          <a:prstGeom prst="ellipse">
            <a:avLst/>
          </a:prstGeom>
          <a:solidFill>
            <a:srgbClr val="0072FF"/>
          </a:solidFill>
          <a:ln w="12700">
            <a:solidFill>
              <a:srgbClr val="0072FF"/>
            </a:solidFill>
            <a:prstDash val="solid"/>
          </a:ln>
        </p:spPr>
      </p:sp>
      <p:sp>
        <p:nvSpPr>
          <p:cNvPr id="23" name="Text 21"/>
          <p:cNvSpPr/>
          <p:nvPr/>
        </p:nvSpPr>
        <p:spPr>
          <a:xfrm>
            <a:off x="5074920" y="1924812"/>
            <a:ext cx="3383280" cy="256032"/>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Road theme selector (5 options)</a:t>
            </a:r>
            <a:endParaRPr lang="en-US" sz="1050" dirty="0"/>
          </a:p>
        </p:txBody>
      </p:sp>
      <p:sp>
        <p:nvSpPr>
          <p:cNvPr id="24" name="Shape 22"/>
          <p:cNvSpPr/>
          <p:nvPr/>
        </p:nvSpPr>
        <p:spPr>
          <a:xfrm>
            <a:off x="4937760" y="2258568"/>
            <a:ext cx="64008" cy="64008"/>
          </a:xfrm>
          <a:prstGeom prst="ellipse">
            <a:avLst/>
          </a:prstGeom>
          <a:solidFill>
            <a:srgbClr val="0072FF"/>
          </a:solidFill>
          <a:ln w="12700">
            <a:solidFill>
              <a:srgbClr val="0072FF"/>
            </a:solidFill>
            <a:prstDash val="solid"/>
          </a:ln>
        </p:spPr>
      </p:sp>
      <p:sp>
        <p:nvSpPr>
          <p:cNvPr id="25" name="Text 23"/>
          <p:cNvSpPr/>
          <p:nvPr/>
        </p:nvSpPr>
        <p:spPr>
          <a:xfrm>
            <a:off x="5074920" y="2199132"/>
            <a:ext cx="3383280" cy="256032"/>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Sound toggle ON/OFF</a:t>
            </a:r>
            <a:endParaRPr lang="en-US" sz="1050" dirty="0"/>
          </a:p>
        </p:txBody>
      </p:sp>
      <p:sp>
        <p:nvSpPr>
          <p:cNvPr id="26" name="Shape 24"/>
          <p:cNvSpPr/>
          <p:nvPr/>
        </p:nvSpPr>
        <p:spPr>
          <a:xfrm>
            <a:off x="4937760" y="2532888"/>
            <a:ext cx="64008" cy="64008"/>
          </a:xfrm>
          <a:prstGeom prst="ellipse">
            <a:avLst/>
          </a:prstGeom>
          <a:solidFill>
            <a:srgbClr val="0072FF"/>
          </a:solidFill>
          <a:ln w="12700">
            <a:solidFill>
              <a:srgbClr val="0072FF"/>
            </a:solidFill>
            <a:prstDash val="solid"/>
          </a:ln>
        </p:spPr>
      </p:sp>
      <p:sp>
        <p:nvSpPr>
          <p:cNvPr id="27" name="Text 25"/>
          <p:cNvSpPr/>
          <p:nvPr/>
        </p:nvSpPr>
        <p:spPr>
          <a:xfrm>
            <a:off x="5074920" y="2473452"/>
            <a:ext cx="3383280" cy="256032"/>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Level map (1–150) button</a:t>
            </a:r>
            <a:endParaRPr lang="en-US" sz="1050" dirty="0"/>
          </a:p>
        </p:txBody>
      </p:sp>
      <p:sp>
        <p:nvSpPr>
          <p:cNvPr id="28" name="Shape 26"/>
          <p:cNvSpPr/>
          <p:nvPr/>
        </p:nvSpPr>
        <p:spPr>
          <a:xfrm>
            <a:off x="274320" y="3154680"/>
            <a:ext cx="4114800" cy="178308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29" name="Shape 27"/>
          <p:cNvSpPr/>
          <p:nvPr/>
        </p:nvSpPr>
        <p:spPr>
          <a:xfrm>
            <a:off x="274320" y="3154680"/>
            <a:ext cx="54864" cy="1783080"/>
          </a:xfrm>
          <a:prstGeom prst="rect">
            <a:avLst/>
          </a:prstGeom>
          <a:solidFill>
            <a:srgbClr val="2ECC71"/>
          </a:solidFill>
          <a:ln w="12700">
            <a:solidFill>
              <a:srgbClr val="2ECC71"/>
            </a:solidFill>
            <a:prstDash val="solid"/>
          </a:ln>
        </p:spPr>
      </p:sp>
      <p:sp>
        <p:nvSpPr>
          <p:cNvPr id="30" name="Text 28"/>
          <p:cNvSpPr/>
          <p:nvPr/>
        </p:nvSpPr>
        <p:spPr>
          <a:xfrm>
            <a:off x="457200" y="3246120"/>
            <a:ext cx="3657600" cy="320040"/>
          </a:xfrm>
          <a:prstGeom prst="rect">
            <a:avLst/>
          </a:prstGeom>
          <a:noFill/>
          <a:ln/>
        </p:spPr>
        <p:txBody>
          <a:bodyPr wrap="square" lIns="0" tIns="0" rIns="0" bIns="0" rtlCol="0" anchor="ctr"/>
          <a:lstStyle/>
          <a:p>
            <a:pPr indent="0" marL="0">
              <a:buNone/>
            </a:pPr>
            <a:r>
              <a:rPr lang="en-US" sz="1400" b="1" dirty="0">
                <a:solidFill>
                  <a:srgbClr val="2ECC71"/>
                </a:solidFill>
                <a:latin typeface="Arial Black" pitchFamily="34" charset="0"/>
                <a:ea typeface="Arial Black" pitchFamily="34" charset="-122"/>
                <a:cs typeface="Arial Black" pitchFamily="34" charset="-120"/>
              </a:rPr>
              <a:t>Game HUD</a:t>
            </a:r>
            <a:endParaRPr lang="en-US" sz="1400" dirty="0"/>
          </a:p>
        </p:txBody>
      </p:sp>
      <p:sp>
        <p:nvSpPr>
          <p:cNvPr id="31" name="Text 29"/>
          <p:cNvSpPr/>
          <p:nvPr/>
        </p:nvSpPr>
        <p:spPr>
          <a:xfrm>
            <a:off x="457200" y="3630168"/>
            <a:ext cx="3657600" cy="1188720"/>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Stage / Level display</a:t>
            </a:r>
            <a:endParaRPr lang="en-US" sz="1050" dirty="0"/>
          </a:p>
          <a:p>
            <a:pPr indent="0" marL="0">
              <a:buNone/>
            </a:pPr>
            <a:r>
              <a:rPr lang="en-US" sz="1050" dirty="0">
                <a:solidFill>
                  <a:srgbClr val="AAAAAA"/>
                </a:solidFill>
                <a:latin typeface="Calibri" pitchFamily="34" charset="0"/>
                <a:ea typeface="Calibri" pitchFamily="34" charset="-122"/>
                <a:cs typeface="Calibri" pitchFamily="34" charset="-120"/>
              </a:rPr>
              <a:t>Green &amp; Pink coin counters</a:t>
            </a:r>
            <a:endParaRPr lang="en-US" sz="1050" dirty="0"/>
          </a:p>
          <a:p>
            <a:pPr indent="0" marL="0">
              <a:buNone/>
            </a:pPr>
            <a:r>
              <a:rPr lang="en-US" sz="1050" dirty="0">
                <a:solidFill>
                  <a:srgbClr val="AAAAAA"/>
                </a:solidFill>
                <a:latin typeface="Calibri" pitchFamily="34" charset="0"/>
                <a:ea typeface="Calibri" pitchFamily="34" charset="-122"/>
                <a:cs typeface="Calibri" pitchFamily="34" charset="-120"/>
              </a:rPr>
              <a:t>Live score display</a:t>
            </a:r>
            <a:endParaRPr lang="en-US" sz="1050" dirty="0"/>
          </a:p>
          <a:p>
            <a:pPr indent="0" marL="0">
              <a:buNone/>
            </a:pPr>
            <a:r>
              <a:rPr lang="en-US" sz="1050" dirty="0">
                <a:solidFill>
                  <a:srgbClr val="AAAAAA"/>
                </a:solidFill>
                <a:latin typeface="Calibri" pitchFamily="34" charset="0"/>
                <a:ea typeface="Calibri" pitchFamily="34" charset="-122"/>
                <a:cs typeface="Calibri" pitchFamily="34" charset="-120"/>
              </a:rPr>
              <a:t>Fuel bar with color transition</a:t>
            </a:r>
            <a:endParaRPr lang="en-US" sz="1050" dirty="0"/>
          </a:p>
        </p:txBody>
      </p:sp>
      <p:sp>
        <p:nvSpPr>
          <p:cNvPr id="32" name="Shape 30"/>
          <p:cNvSpPr/>
          <p:nvPr/>
        </p:nvSpPr>
        <p:spPr>
          <a:xfrm>
            <a:off x="457200" y="3721608"/>
            <a:ext cx="64008" cy="64008"/>
          </a:xfrm>
          <a:prstGeom prst="ellipse">
            <a:avLst/>
          </a:prstGeom>
          <a:solidFill>
            <a:srgbClr val="2ECC71"/>
          </a:solidFill>
          <a:ln w="12700">
            <a:solidFill>
              <a:srgbClr val="2ECC71"/>
            </a:solidFill>
            <a:prstDash val="solid"/>
          </a:ln>
        </p:spPr>
      </p:sp>
      <p:sp>
        <p:nvSpPr>
          <p:cNvPr id="33" name="Text 31"/>
          <p:cNvSpPr/>
          <p:nvPr/>
        </p:nvSpPr>
        <p:spPr>
          <a:xfrm>
            <a:off x="594360" y="3662172"/>
            <a:ext cx="3383280" cy="256032"/>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Stage / Level display</a:t>
            </a:r>
            <a:endParaRPr lang="en-US" sz="1050" dirty="0"/>
          </a:p>
        </p:txBody>
      </p:sp>
      <p:sp>
        <p:nvSpPr>
          <p:cNvPr id="34" name="Shape 32"/>
          <p:cNvSpPr/>
          <p:nvPr/>
        </p:nvSpPr>
        <p:spPr>
          <a:xfrm>
            <a:off x="457200" y="3995928"/>
            <a:ext cx="64008" cy="64008"/>
          </a:xfrm>
          <a:prstGeom prst="ellipse">
            <a:avLst/>
          </a:prstGeom>
          <a:solidFill>
            <a:srgbClr val="2ECC71"/>
          </a:solidFill>
          <a:ln w="12700">
            <a:solidFill>
              <a:srgbClr val="2ECC71"/>
            </a:solidFill>
            <a:prstDash val="solid"/>
          </a:ln>
        </p:spPr>
      </p:sp>
      <p:sp>
        <p:nvSpPr>
          <p:cNvPr id="35" name="Text 33"/>
          <p:cNvSpPr/>
          <p:nvPr/>
        </p:nvSpPr>
        <p:spPr>
          <a:xfrm>
            <a:off x="594360" y="3936492"/>
            <a:ext cx="3383280" cy="256032"/>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Green &amp; Pink coin counters</a:t>
            </a:r>
            <a:endParaRPr lang="en-US" sz="1050" dirty="0"/>
          </a:p>
        </p:txBody>
      </p:sp>
      <p:sp>
        <p:nvSpPr>
          <p:cNvPr id="36" name="Shape 34"/>
          <p:cNvSpPr/>
          <p:nvPr/>
        </p:nvSpPr>
        <p:spPr>
          <a:xfrm>
            <a:off x="457200" y="4270248"/>
            <a:ext cx="64008" cy="64008"/>
          </a:xfrm>
          <a:prstGeom prst="ellipse">
            <a:avLst/>
          </a:prstGeom>
          <a:solidFill>
            <a:srgbClr val="2ECC71"/>
          </a:solidFill>
          <a:ln w="12700">
            <a:solidFill>
              <a:srgbClr val="2ECC71"/>
            </a:solidFill>
            <a:prstDash val="solid"/>
          </a:ln>
        </p:spPr>
      </p:sp>
      <p:sp>
        <p:nvSpPr>
          <p:cNvPr id="37" name="Text 35"/>
          <p:cNvSpPr/>
          <p:nvPr/>
        </p:nvSpPr>
        <p:spPr>
          <a:xfrm>
            <a:off x="594360" y="4210812"/>
            <a:ext cx="3383280" cy="256032"/>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Live score display</a:t>
            </a:r>
            <a:endParaRPr lang="en-US" sz="1050" dirty="0"/>
          </a:p>
        </p:txBody>
      </p:sp>
      <p:sp>
        <p:nvSpPr>
          <p:cNvPr id="38" name="Shape 36"/>
          <p:cNvSpPr/>
          <p:nvPr/>
        </p:nvSpPr>
        <p:spPr>
          <a:xfrm>
            <a:off x="457200" y="4544568"/>
            <a:ext cx="64008" cy="64008"/>
          </a:xfrm>
          <a:prstGeom prst="ellipse">
            <a:avLst/>
          </a:prstGeom>
          <a:solidFill>
            <a:srgbClr val="2ECC71"/>
          </a:solidFill>
          <a:ln w="12700">
            <a:solidFill>
              <a:srgbClr val="2ECC71"/>
            </a:solidFill>
            <a:prstDash val="solid"/>
          </a:ln>
        </p:spPr>
      </p:sp>
      <p:sp>
        <p:nvSpPr>
          <p:cNvPr id="39" name="Text 37"/>
          <p:cNvSpPr/>
          <p:nvPr/>
        </p:nvSpPr>
        <p:spPr>
          <a:xfrm>
            <a:off x="594360" y="4485132"/>
            <a:ext cx="3383280" cy="256032"/>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Fuel bar with color transition</a:t>
            </a:r>
            <a:endParaRPr lang="en-US" sz="1050" dirty="0"/>
          </a:p>
        </p:txBody>
      </p:sp>
      <p:sp>
        <p:nvSpPr>
          <p:cNvPr id="40" name="Shape 38"/>
          <p:cNvSpPr/>
          <p:nvPr/>
        </p:nvSpPr>
        <p:spPr>
          <a:xfrm>
            <a:off x="4754880" y="3154680"/>
            <a:ext cx="4114800" cy="178308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41" name="Shape 39"/>
          <p:cNvSpPr/>
          <p:nvPr/>
        </p:nvSpPr>
        <p:spPr>
          <a:xfrm>
            <a:off x="4754880" y="3154680"/>
            <a:ext cx="54864" cy="1783080"/>
          </a:xfrm>
          <a:prstGeom prst="rect">
            <a:avLst/>
          </a:prstGeom>
          <a:solidFill>
            <a:srgbClr val="FF3B3B"/>
          </a:solidFill>
          <a:ln w="12700">
            <a:solidFill>
              <a:srgbClr val="FF3B3B"/>
            </a:solidFill>
            <a:prstDash val="solid"/>
          </a:ln>
        </p:spPr>
      </p:sp>
      <p:sp>
        <p:nvSpPr>
          <p:cNvPr id="42" name="Text 40"/>
          <p:cNvSpPr/>
          <p:nvPr/>
        </p:nvSpPr>
        <p:spPr>
          <a:xfrm>
            <a:off x="4937760" y="3246120"/>
            <a:ext cx="3657600" cy="320040"/>
          </a:xfrm>
          <a:prstGeom prst="rect">
            <a:avLst/>
          </a:prstGeom>
          <a:noFill/>
          <a:ln/>
        </p:spPr>
        <p:txBody>
          <a:bodyPr wrap="square" lIns="0" tIns="0" rIns="0" bIns="0" rtlCol="0" anchor="ctr"/>
          <a:lstStyle/>
          <a:p>
            <a:pPr indent="0" marL="0">
              <a:buNone/>
            </a:pPr>
            <a:r>
              <a:rPr lang="en-US" sz="1400" b="1" dirty="0">
                <a:solidFill>
                  <a:srgbClr val="FF3B3B"/>
                </a:solidFill>
                <a:latin typeface="Arial Black" pitchFamily="34" charset="0"/>
                <a:ea typeface="Arial Black" pitchFamily="34" charset="-122"/>
                <a:cs typeface="Arial Black" pitchFamily="34" charset="-120"/>
              </a:rPr>
              <a:t>Death / Overlay</a:t>
            </a:r>
            <a:endParaRPr lang="en-US" sz="1400" dirty="0"/>
          </a:p>
        </p:txBody>
      </p:sp>
      <p:sp>
        <p:nvSpPr>
          <p:cNvPr id="43" name="Text 41"/>
          <p:cNvSpPr/>
          <p:nvPr/>
        </p:nvSpPr>
        <p:spPr>
          <a:xfrm>
            <a:off x="4937760" y="3630168"/>
            <a:ext cx="3657600" cy="1188720"/>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WASTED! screen</a:t>
            </a:r>
            <a:endParaRPr lang="en-US" sz="1050" dirty="0"/>
          </a:p>
          <a:p>
            <a:pPr indent="0" marL="0">
              <a:buNone/>
            </a:pPr>
            <a:r>
              <a:rPr lang="en-US" sz="1050" dirty="0">
                <a:solidFill>
                  <a:srgbClr val="AAAAAA"/>
                </a:solidFill>
                <a:latin typeface="Calibri" pitchFamily="34" charset="0"/>
                <a:ea typeface="Calibri" pitchFamily="34" charset="-122"/>
                <a:cs typeface="Calibri" pitchFamily="34" charset="-120"/>
              </a:rPr>
              <a:t>Match Score vs High Score</a:t>
            </a:r>
            <a:endParaRPr lang="en-US" sz="1050" dirty="0"/>
          </a:p>
          <a:p>
            <a:pPr indent="0" marL="0">
              <a:buNone/>
            </a:pPr>
            <a:r>
              <a:rPr lang="en-US" sz="1050" dirty="0">
                <a:solidFill>
                  <a:srgbClr val="AAAAAA"/>
                </a:solidFill>
                <a:latin typeface="Calibri" pitchFamily="34" charset="0"/>
                <a:ea typeface="Calibri" pitchFamily="34" charset="-122"/>
                <a:cs typeface="Calibri" pitchFamily="34" charset="-120"/>
              </a:rPr>
              <a:t>Reanimate (−50 pts) option</a:t>
            </a:r>
            <a:endParaRPr lang="en-US" sz="1050" dirty="0"/>
          </a:p>
          <a:p>
            <a:pPr indent="0" marL="0">
              <a:buNone/>
            </a:pPr>
            <a:r>
              <a:rPr lang="en-US" sz="1050" dirty="0">
                <a:solidFill>
                  <a:srgbClr val="AAAAAA"/>
                </a:solidFill>
                <a:latin typeface="Calibri" pitchFamily="34" charset="0"/>
                <a:ea typeface="Calibri" pitchFamily="34" charset="-122"/>
                <a:cs typeface="Calibri" pitchFamily="34" charset="-120"/>
              </a:rPr>
              <a:t>Restart / Main Menu buttons</a:t>
            </a:r>
            <a:endParaRPr lang="en-US" sz="1050" dirty="0"/>
          </a:p>
        </p:txBody>
      </p:sp>
      <p:sp>
        <p:nvSpPr>
          <p:cNvPr id="44" name="Shape 42"/>
          <p:cNvSpPr/>
          <p:nvPr/>
        </p:nvSpPr>
        <p:spPr>
          <a:xfrm>
            <a:off x="4937760" y="3721608"/>
            <a:ext cx="64008" cy="64008"/>
          </a:xfrm>
          <a:prstGeom prst="ellipse">
            <a:avLst/>
          </a:prstGeom>
          <a:solidFill>
            <a:srgbClr val="FF3B3B"/>
          </a:solidFill>
          <a:ln w="12700">
            <a:solidFill>
              <a:srgbClr val="FF3B3B"/>
            </a:solidFill>
            <a:prstDash val="solid"/>
          </a:ln>
        </p:spPr>
      </p:sp>
      <p:sp>
        <p:nvSpPr>
          <p:cNvPr id="45" name="Text 43"/>
          <p:cNvSpPr/>
          <p:nvPr/>
        </p:nvSpPr>
        <p:spPr>
          <a:xfrm>
            <a:off x="5074920" y="3662172"/>
            <a:ext cx="3383280" cy="256032"/>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WASTED! screen</a:t>
            </a:r>
            <a:endParaRPr lang="en-US" sz="1050" dirty="0"/>
          </a:p>
        </p:txBody>
      </p:sp>
      <p:sp>
        <p:nvSpPr>
          <p:cNvPr id="46" name="Shape 44"/>
          <p:cNvSpPr/>
          <p:nvPr/>
        </p:nvSpPr>
        <p:spPr>
          <a:xfrm>
            <a:off x="4937760" y="3995928"/>
            <a:ext cx="64008" cy="64008"/>
          </a:xfrm>
          <a:prstGeom prst="ellipse">
            <a:avLst/>
          </a:prstGeom>
          <a:solidFill>
            <a:srgbClr val="FF3B3B"/>
          </a:solidFill>
          <a:ln w="12700">
            <a:solidFill>
              <a:srgbClr val="FF3B3B"/>
            </a:solidFill>
            <a:prstDash val="solid"/>
          </a:ln>
        </p:spPr>
      </p:sp>
      <p:sp>
        <p:nvSpPr>
          <p:cNvPr id="47" name="Text 45"/>
          <p:cNvSpPr/>
          <p:nvPr/>
        </p:nvSpPr>
        <p:spPr>
          <a:xfrm>
            <a:off x="5074920" y="3936492"/>
            <a:ext cx="3383280" cy="256032"/>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Match Score vs High Score</a:t>
            </a:r>
            <a:endParaRPr lang="en-US" sz="1050" dirty="0"/>
          </a:p>
        </p:txBody>
      </p:sp>
      <p:sp>
        <p:nvSpPr>
          <p:cNvPr id="48" name="Shape 46"/>
          <p:cNvSpPr/>
          <p:nvPr/>
        </p:nvSpPr>
        <p:spPr>
          <a:xfrm>
            <a:off x="4937760" y="4270248"/>
            <a:ext cx="64008" cy="64008"/>
          </a:xfrm>
          <a:prstGeom prst="ellipse">
            <a:avLst/>
          </a:prstGeom>
          <a:solidFill>
            <a:srgbClr val="FF3B3B"/>
          </a:solidFill>
          <a:ln w="12700">
            <a:solidFill>
              <a:srgbClr val="FF3B3B"/>
            </a:solidFill>
            <a:prstDash val="solid"/>
          </a:ln>
        </p:spPr>
      </p:sp>
      <p:sp>
        <p:nvSpPr>
          <p:cNvPr id="49" name="Text 47"/>
          <p:cNvSpPr/>
          <p:nvPr/>
        </p:nvSpPr>
        <p:spPr>
          <a:xfrm>
            <a:off x="5074920" y="4210812"/>
            <a:ext cx="3383280" cy="256032"/>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Reanimate (−50 pts) option</a:t>
            </a:r>
            <a:endParaRPr lang="en-US" sz="1050" dirty="0"/>
          </a:p>
        </p:txBody>
      </p:sp>
      <p:sp>
        <p:nvSpPr>
          <p:cNvPr id="50" name="Shape 48"/>
          <p:cNvSpPr/>
          <p:nvPr/>
        </p:nvSpPr>
        <p:spPr>
          <a:xfrm>
            <a:off x="4937760" y="4544568"/>
            <a:ext cx="64008" cy="64008"/>
          </a:xfrm>
          <a:prstGeom prst="ellipse">
            <a:avLst/>
          </a:prstGeom>
          <a:solidFill>
            <a:srgbClr val="FF3B3B"/>
          </a:solidFill>
          <a:ln w="12700">
            <a:solidFill>
              <a:srgbClr val="FF3B3B"/>
            </a:solidFill>
            <a:prstDash val="solid"/>
          </a:ln>
        </p:spPr>
      </p:sp>
      <p:sp>
        <p:nvSpPr>
          <p:cNvPr id="51" name="Text 49"/>
          <p:cNvSpPr/>
          <p:nvPr/>
        </p:nvSpPr>
        <p:spPr>
          <a:xfrm>
            <a:off x="5074920" y="4485132"/>
            <a:ext cx="3383280" cy="256032"/>
          </a:xfrm>
          <a:prstGeom prst="rect">
            <a:avLst/>
          </a:prstGeom>
          <a:noFill/>
          <a:ln/>
        </p:spPr>
        <p:txBody>
          <a:bodyPr wrap="square" lIns="0" tIns="0" rIns="0" bIns="0" rtlCol="0" anchor="ctr"/>
          <a:lstStyle/>
          <a:p>
            <a:pPr indent="0" marL="0">
              <a:buNone/>
            </a:pPr>
            <a:r>
              <a:rPr lang="en-US" sz="1050" dirty="0">
                <a:solidFill>
                  <a:srgbClr val="AAAAAA"/>
                </a:solidFill>
                <a:latin typeface="Calibri" pitchFamily="34" charset="0"/>
                <a:ea typeface="Calibri" pitchFamily="34" charset="-122"/>
                <a:cs typeface="Calibri" pitchFamily="34" charset="-120"/>
              </a:rPr>
              <a:t>Restart / Main Menu buttons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2121A"/>
          </a:solidFill>
          <a:ln w="12700">
            <a:solidFill>
              <a:srgbClr val="12121A"/>
            </a:solidFill>
            <a:prstDash val="solid"/>
          </a:ln>
        </p:spPr>
      </p:sp>
      <p:sp>
        <p:nvSpPr>
          <p:cNvPr id="3" name="Text 1"/>
          <p:cNvSpPr/>
          <p:nvPr/>
        </p:nvSpPr>
        <p:spPr>
          <a:xfrm>
            <a:off x="274320" y="320040"/>
            <a:ext cx="8595360" cy="640080"/>
          </a:xfrm>
          <a:prstGeom prst="rect">
            <a:avLst/>
          </a:prstGeom>
          <a:noFill/>
          <a:ln/>
        </p:spPr>
        <p:txBody>
          <a:bodyPr wrap="square" lIns="0" tIns="0" rIns="0" bIns="0" rtlCol="0" anchor="ctr"/>
          <a:lstStyle/>
          <a:p>
            <a:pPr algn="l" indent="0" marL="0">
              <a:buNone/>
            </a:pPr>
            <a:r>
              <a:rPr lang="en-US" sz="2800" b="1" dirty="0">
                <a:solidFill>
                  <a:srgbClr val="00D4FF"/>
                </a:solidFill>
                <a:effectLst>
                  <a:glow rad="101600">
                    <a:srgbClr val="00D4FF">
                      <a:alpha val="60000"/>
                    </a:srgbClr>
                  </a:glow>
                </a:effectLst>
                <a:latin typeface="Arial Black" pitchFamily="34" charset="0"/>
                <a:ea typeface="Arial Black" pitchFamily="34" charset="-122"/>
                <a:cs typeface="Arial Black" pitchFamily="34" charset="-120"/>
              </a:rPr>
              <a:t>🗺️  LEVEL SYSTEM &amp; PROGRESSION</a:t>
            </a:r>
            <a:endParaRPr lang="en-US" sz="2800" dirty="0"/>
          </a:p>
        </p:txBody>
      </p:sp>
      <p:sp>
        <p:nvSpPr>
          <p:cNvPr id="4" name="Shape 2"/>
          <p:cNvSpPr/>
          <p:nvPr/>
        </p:nvSpPr>
        <p:spPr>
          <a:xfrm>
            <a:off x="274320" y="1143000"/>
            <a:ext cx="8595360" cy="141732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5" name="Text 3"/>
          <p:cNvSpPr/>
          <p:nvPr/>
        </p:nvSpPr>
        <p:spPr>
          <a:xfrm>
            <a:off x="457200" y="1234440"/>
            <a:ext cx="7315200" cy="347472"/>
          </a:xfrm>
          <a:prstGeom prst="rect">
            <a:avLst/>
          </a:prstGeom>
          <a:noFill/>
          <a:ln/>
        </p:spPr>
        <p:txBody>
          <a:bodyPr wrap="square" lIns="0" tIns="0" rIns="0" bIns="0" rtlCol="0" anchor="ctr"/>
          <a:lstStyle/>
          <a:p>
            <a:pPr indent="0" marL="0">
              <a:buNone/>
            </a:pPr>
            <a:r>
              <a:rPr lang="en-US" sz="1500" b="1" dirty="0">
                <a:solidFill>
                  <a:srgbClr val="FF69B4"/>
                </a:solidFill>
                <a:latin typeface="Arial Black" pitchFamily="34" charset="0"/>
                <a:ea typeface="Arial Black" pitchFamily="34" charset="-122"/>
                <a:cs typeface="Arial Black" pitchFamily="34" charset="-120"/>
              </a:rPr>
              <a:t>How the Level System Works</a:t>
            </a:r>
            <a:endParaRPr lang="en-US" sz="1500" dirty="0"/>
          </a:p>
        </p:txBody>
      </p:sp>
      <p:sp>
        <p:nvSpPr>
          <p:cNvPr id="6" name="Text 4"/>
          <p:cNvSpPr/>
          <p:nvPr/>
        </p:nvSpPr>
        <p:spPr>
          <a:xfrm>
            <a:off x="457200" y="1627632"/>
            <a:ext cx="8229600" cy="777240"/>
          </a:xfrm>
          <a:prstGeom prst="rect">
            <a:avLst/>
          </a:prstGeom>
          <a:noFill/>
          <a:ln/>
        </p:spPr>
        <p:txBody>
          <a:bodyPr wrap="square" lIns="0" tIns="0" rIns="0" bIns="0" rtlCol="0" anchor="ctr"/>
          <a:lstStyle/>
          <a:p>
            <a:pPr indent="0" marL="0">
              <a:buNone/>
            </a:pPr>
            <a:r>
              <a:rPr lang="en-US" sz="1150" dirty="0">
                <a:solidFill>
                  <a:srgbClr val="AAAAAA"/>
                </a:solidFill>
                <a:latin typeface="Calibri" pitchFamily="34" charset="0"/>
                <a:ea typeface="Calibri" pitchFamily="34" charset="-122"/>
                <a:cs typeface="Calibri" pitchFamily="34" charset="-120"/>
              </a:rPr>
              <a:t>The game features 150 progressively challenging track levels. First 5 are unlocked by default. Additional levels can be unlocked by spending Pink Coins (the persistent premium currency). Players choose their starting level from the Settings menu before each run. Speed and difficulty scale with each level, making higher levels both more rewarding and more dangerous.</a:t>
            </a:r>
            <a:endParaRPr lang="en-US" sz="1150" dirty="0"/>
          </a:p>
        </p:txBody>
      </p:sp>
      <p:sp>
        <p:nvSpPr>
          <p:cNvPr id="7" name="Text 5"/>
          <p:cNvSpPr/>
          <p:nvPr/>
        </p:nvSpPr>
        <p:spPr>
          <a:xfrm>
            <a:off x="274320" y="2697480"/>
            <a:ext cx="8595360" cy="274320"/>
          </a:xfrm>
          <a:prstGeom prst="rect">
            <a:avLst/>
          </a:prstGeom>
          <a:noFill/>
          <a:ln/>
        </p:spPr>
        <p:txBody>
          <a:bodyPr wrap="square" lIns="0" tIns="0" rIns="0" bIns="0" rtlCol="0" anchor="ctr"/>
          <a:lstStyle/>
          <a:p>
            <a:pPr indent="0" marL="0">
              <a:buNone/>
            </a:pPr>
            <a:r>
              <a:rPr lang="en-US" sz="1200" dirty="0">
                <a:solidFill>
                  <a:srgbClr val="FFFFFF"/>
                </a:solidFill>
                <a:latin typeface="Arial Black" pitchFamily="34" charset="0"/>
                <a:ea typeface="Arial Black" pitchFamily="34" charset="-122"/>
                <a:cs typeface="Arial Black" pitchFamily="34" charset="-120"/>
              </a:rPr>
              <a:t>Difficulty Scaling by Stage Range</a:t>
            </a:r>
            <a:endParaRPr lang="en-US" sz="1200" dirty="0"/>
          </a:p>
        </p:txBody>
      </p:sp>
      <p:sp>
        <p:nvSpPr>
          <p:cNvPr id="8" name="Shape 6"/>
          <p:cNvSpPr/>
          <p:nvPr/>
        </p:nvSpPr>
        <p:spPr>
          <a:xfrm>
            <a:off x="731520" y="4172989"/>
            <a:ext cx="868680" cy="399011"/>
          </a:xfrm>
          <a:prstGeom prst="rect">
            <a:avLst/>
          </a:prstGeom>
          <a:solidFill>
            <a:srgbClr val="2ECC71">
              <a:alpha val="80000"/>
            </a:srgbClr>
          </a:solidFill>
          <a:ln w="12700">
            <a:solidFill>
              <a:srgbClr val="2ECC71"/>
            </a:solidFill>
            <a:prstDash val="solid"/>
          </a:ln>
        </p:spPr>
      </p:sp>
      <p:sp>
        <p:nvSpPr>
          <p:cNvPr id="9" name="Text 7"/>
          <p:cNvSpPr/>
          <p:nvPr/>
        </p:nvSpPr>
        <p:spPr>
          <a:xfrm>
            <a:off x="731520" y="3898669"/>
            <a:ext cx="868680" cy="246888"/>
          </a:xfrm>
          <a:prstGeom prst="rect">
            <a:avLst/>
          </a:prstGeom>
          <a:noFill/>
          <a:ln/>
        </p:spPr>
        <p:txBody>
          <a:bodyPr wrap="square" lIns="0" tIns="0" rIns="0" bIns="0" rtlCol="0" anchor="ctr"/>
          <a:lstStyle/>
          <a:p>
            <a:pPr algn="ctr" indent="0" marL="0">
              <a:buNone/>
            </a:pPr>
            <a:r>
              <a:rPr lang="en-US" sz="900" b="1" dirty="0">
                <a:solidFill>
                  <a:srgbClr val="2ECC71"/>
                </a:solidFill>
                <a:latin typeface="Calibri" pitchFamily="34" charset="0"/>
                <a:ea typeface="Calibri" pitchFamily="34" charset="-122"/>
                <a:cs typeface="Calibri" pitchFamily="34" charset="-120"/>
              </a:rPr>
              <a:t>Spd:6</a:t>
            </a:r>
            <a:endParaRPr lang="en-US" sz="900" dirty="0"/>
          </a:p>
        </p:txBody>
      </p:sp>
      <p:sp>
        <p:nvSpPr>
          <p:cNvPr id="10" name="Text 8"/>
          <p:cNvSpPr/>
          <p:nvPr/>
        </p:nvSpPr>
        <p:spPr>
          <a:xfrm>
            <a:off x="548640" y="4617720"/>
            <a:ext cx="123444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1–10</a:t>
            </a:r>
            <a:endParaRPr lang="en-US" sz="950" dirty="0"/>
          </a:p>
        </p:txBody>
      </p:sp>
      <p:sp>
        <p:nvSpPr>
          <p:cNvPr id="11" name="Text 9"/>
          <p:cNvSpPr/>
          <p:nvPr/>
        </p:nvSpPr>
        <p:spPr>
          <a:xfrm>
            <a:off x="548640" y="4846320"/>
            <a:ext cx="1234440" cy="228600"/>
          </a:xfrm>
          <a:prstGeom prst="rect">
            <a:avLst/>
          </a:prstGeom>
          <a:noFill/>
          <a:ln/>
        </p:spPr>
        <p:txBody>
          <a:bodyPr wrap="square" lIns="0" tIns="0" rIns="0" bIns="0" rtlCol="0" anchor="ctr"/>
          <a:lstStyle/>
          <a:p>
            <a:pPr algn="ctr" indent="0" marL="0">
              <a:buNone/>
            </a:pPr>
            <a:r>
              <a:rPr lang="en-US" sz="900" dirty="0">
                <a:solidFill>
                  <a:srgbClr val="8899A6"/>
                </a:solidFill>
                <a:latin typeface="Calibri" pitchFamily="34" charset="0"/>
                <a:ea typeface="Calibri" pitchFamily="34" charset="-122"/>
                <a:cs typeface="Calibri" pitchFamily="34" charset="-120"/>
              </a:rPr>
              <a:t>Cars:2</a:t>
            </a:r>
            <a:endParaRPr lang="en-US" sz="900" dirty="0"/>
          </a:p>
        </p:txBody>
      </p:sp>
      <p:sp>
        <p:nvSpPr>
          <p:cNvPr id="12" name="Shape 10"/>
          <p:cNvSpPr/>
          <p:nvPr/>
        </p:nvSpPr>
        <p:spPr>
          <a:xfrm>
            <a:off x="2487168" y="3973484"/>
            <a:ext cx="868680" cy="598516"/>
          </a:xfrm>
          <a:prstGeom prst="rect">
            <a:avLst/>
          </a:prstGeom>
          <a:solidFill>
            <a:srgbClr val="00D4FF">
              <a:alpha val="80000"/>
            </a:srgbClr>
          </a:solidFill>
          <a:ln w="12700">
            <a:solidFill>
              <a:srgbClr val="00D4FF"/>
            </a:solidFill>
            <a:prstDash val="solid"/>
          </a:ln>
        </p:spPr>
      </p:sp>
      <p:sp>
        <p:nvSpPr>
          <p:cNvPr id="13" name="Text 11"/>
          <p:cNvSpPr/>
          <p:nvPr/>
        </p:nvSpPr>
        <p:spPr>
          <a:xfrm>
            <a:off x="2487168" y="3699164"/>
            <a:ext cx="868680" cy="246888"/>
          </a:xfrm>
          <a:prstGeom prst="rect">
            <a:avLst/>
          </a:prstGeom>
          <a:noFill/>
          <a:ln/>
        </p:spPr>
        <p:txBody>
          <a:bodyPr wrap="square" lIns="0" tIns="0" rIns="0" bIns="0" rtlCol="0" anchor="ctr"/>
          <a:lstStyle/>
          <a:p>
            <a:pPr algn="ctr" indent="0" marL="0">
              <a:buNone/>
            </a:pPr>
            <a:r>
              <a:rPr lang="en-US" sz="900" b="1" dirty="0">
                <a:solidFill>
                  <a:srgbClr val="00D4FF"/>
                </a:solidFill>
                <a:latin typeface="Calibri" pitchFamily="34" charset="0"/>
                <a:ea typeface="Calibri" pitchFamily="34" charset="-122"/>
                <a:cs typeface="Calibri" pitchFamily="34" charset="-120"/>
              </a:rPr>
              <a:t>Spd:9</a:t>
            </a:r>
            <a:endParaRPr lang="en-US" sz="900" dirty="0"/>
          </a:p>
        </p:txBody>
      </p:sp>
      <p:sp>
        <p:nvSpPr>
          <p:cNvPr id="14" name="Text 12"/>
          <p:cNvSpPr/>
          <p:nvPr/>
        </p:nvSpPr>
        <p:spPr>
          <a:xfrm>
            <a:off x="2304288" y="4617720"/>
            <a:ext cx="123444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11–30</a:t>
            </a:r>
            <a:endParaRPr lang="en-US" sz="950" dirty="0"/>
          </a:p>
        </p:txBody>
      </p:sp>
      <p:sp>
        <p:nvSpPr>
          <p:cNvPr id="15" name="Text 13"/>
          <p:cNvSpPr/>
          <p:nvPr/>
        </p:nvSpPr>
        <p:spPr>
          <a:xfrm>
            <a:off x="2304288" y="4846320"/>
            <a:ext cx="1234440" cy="228600"/>
          </a:xfrm>
          <a:prstGeom prst="rect">
            <a:avLst/>
          </a:prstGeom>
          <a:noFill/>
          <a:ln/>
        </p:spPr>
        <p:txBody>
          <a:bodyPr wrap="square" lIns="0" tIns="0" rIns="0" bIns="0" rtlCol="0" anchor="ctr"/>
          <a:lstStyle/>
          <a:p>
            <a:pPr algn="ctr" indent="0" marL="0">
              <a:buNone/>
            </a:pPr>
            <a:r>
              <a:rPr lang="en-US" sz="900" dirty="0">
                <a:solidFill>
                  <a:srgbClr val="8899A6"/>
                </a:solidFill>
                <a:latin typeface="Calibri" pitchFamily="34" charset="0"/>
                <a:ea typeface="Calibri" pitchFamily="34" charset="-122"/>
                <a:cs typeface="Calibri" pitchFamily="34" charset="-120"/>
              </a:rPr>
              <a:t>Cars:3</a:t>
            </a:r>
            <a:endParaRPr lang="en-US" sz="900" dirty="0"/>
          </a:p>
        </p:txBody>
      </p:sp>
      <p:sp>
        <p:nvSpPr>
          <p:cNvPr id="16" name="Shape 14"/>
          <p:cNvSpPr/>
          <p:nvPr/>
        </p:nvSpPr>
        <p:spPr>
          <a:xfrm>
            <a:off x="4242816" y="3707476"/>
            <a:ext cx="868680" cy="864524"/>
          </a:xfrm>
          <a:prstGeom prst="rect">
            <a:avLst/>
          </a:prstGeom>
          <a:solidFill>
            <a:srgbClr val="0072FF">
              <a:alpha val="80000"/>
            </a:srgbClr>
          </a:solidFill>
          <a:ln w="12700">
            <a:solidFill>
              <a:srgbClr val="0072FF"/>
            </a:solidFill>
            <a:prstDash val="solid"/>
          </a:ln>
        </p:spPr>
      </p:sp>
      <p:sp>
        <p:nvSpPr>
          <p:cNvPr id="17" name="Text 15"/>
          <p:cNvSpPr/>
          <p:nvPr/>
        </p:nvSpPr>
        <p:spPr>
          <a:xfrm>
            <a:off x="4242816" y="3433156"/>
            <a:ext cx="868680" cy="246888"/>
          </a:xfrm>
          <a:prstGeom prst="rect">
            <a:avLst/>
          </a:prstGeom>
          <a:noFill/>
          <a:ln/>
        </p:spPr>
        <p:txBody>
          <a:bodyPr wrap="square" lIns="0" tIns="0" rIns="0" bIns="0" rtlCol="0" anchor="ctr"/>
          <a:lstStyle/>
          <a:p>
            <a:pPr algn="ctr" indent="0" marL="0">
              <a:buNone/>
            </a:pPr>
            <a:r>
              <a:rPr lang="en-US" sz="900" b="1" dirty="0">
                <a:solidFill>
                  <a:srgbClr val="0072FF"/>
                </a:solidFill>
                <a:latin typeface="Calibri" pitchFamily="34" charset="0"/>
                <a:ea typeface="Calibri" pitchFamily="34" charset="-122"/>
                <a:cs typeface="Calibri" pitchFamily="34" charset="-120"/>
              </a:rPr>
              <a:t>Spd:13</a:t>
            </a:r>
            <a:endParaRPr lang="en-US" sz="900" dirty="0"/>
          </a:p>
        </p:txBody>
      </p:sp>
      <p:sp>
        <p:nvSpPr>
          <p:cNvPr id="18" name="Text 16"/>
          <p:cNvSpPr/>
          <p:nvPr/>
        </p:nvSpPr>
        <p:spPr>
          <a:xfrm>
            <a:off x="4059936" y="4617720"/>
            <a:ext cx="123444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31–60</a:t>
            </a:r>
            <a:endParaRPr lang="en-US" sz="950" dirty="0"/>
          </a:p>
        </p:txBody>
      </p:sp>
      <p:sp>
        <p:nvSpPr>
          <p:cNvPr id="19" name="Text 17"/>
          <p:cNvSpPr/>
          <p:nvPr/>
        </p:nvSpPr>
        <p:spPr>
          <a:xfrm>
            <a:off x="4059936" y="4846320"/>
            <a:ext cx="1234440" cy="228600"/>
          </a:xfrm>
          <a:prstGeom prst="rect">
            <a:avLst/>
          </a:prstGeom>
          <a:noFill/>
          <a:ln/>
        </p:spPr>
        <p:txBody>
          <a:bodyPr wrap="square" lIns="0" tIns="0" rIns="0" bIns="0" rtlCol="0" anchor="ctr"/>
          <a:lstStyle/>
          <a:p>
            <a:pPr algn="ctr" indent="0" marL="0">
              <a:buNone/>
            </a:pPr>
            <a:r>
              <a:rPr lang="en-US" sz="900" dirty="0">
                <a:solidFill>
                  <a:srgbClr val="8899A6"/>
                </a:solidFill>
                <a:latin typeface="Calibri" pitchFamily="34" charset="0"/>
                <a:ea typeface="Calibri" pitchFamily="34" charset="-122"/>
                <a:cs typeface="Calibri" pitchFamily="34" charset="-120"/>
              </a:rPr>
              <a:t>Cars:4</a:t>
            </a:r>
            <a:endParaRPr lang="en-US" sz="900" dirty="0"/>
          </a:p>
        </p:txBody>
      </p:sp>
      <p:sp>
        <p:nvSpPr>
          <p:cNvPr id="20" name="Shape 18"/>
          <p:cNvSpPr/>
          <p:nvPr/>
        </p:nvSpPr>
        <p:spPr>
          <a:xfrm>
            <a:off x="5998464" y="3441469"/>
            <a:ext cx="868680" cy="1130531"/>
          </a:xfrm>
          <a:prstGeom prst="rect">
            <a:avLst/>
          </a:prstGeom>
          <a:solidFill>
            <a:srgbClr val="E67E22">
              <a:alpha val="80000"/>
            </a:srgbClr>
          </a:solidFill>
          <a:ln w="12700">
            <a:solidFill>
              <a:srgbClr val="E67E22"/>
            </a:solidFill>
            <a:prstDash val="solid"/>
          </a:ln>
        </p:spPr>
      </p:sp>
      <p:sp>
        <p:nvSpPr>
          <p:cNvPr id="21" name="Text 19"/>
          <p:cNvSpPr/>
          <p:nvPr/>
        </p:nvSpPr>
        <p:spPr>
          <a:xfrm>
            <a:off x="5998464" y="3167149"/>
            <a:ext cx="868680" cy="246888"/>
          </a:xfrm>
          <a:prstGeom prst="rect">
            <a:avLst/>
          </a:prstGeom>
          <a:noFill/>
          <a:ln/>
        </p:spPr>
        <p:txBody>
          <a:bodyPr wrap="square" lIns="0" tIns="0" rIns="0" bIns="0" rtlCol="0" anchor="ctr"/>
          <a:lstStyle/>
          <a:p>
            <a:pPr algn="ctr" indent="0" marL="0">
              <a:buNone/>
            </a:pPr>
            <a:r>
              <a:rPr lang="en-US" sz="900" b="1" dirty="0">
                <a:solidFill>
                  <a:srgbClr val="E67E22"/>
                </a:solidFill>
                <a:latin typeface="Calibri" pitchFamily="34" charset="0"/>
                <a:ea typeface="Calibri" pitchFamily="34" charset="-122"/>
                <a:cs typeface="Calibri" pitchFamily="34" charset="-120"/>
              </a:rPr>
              <a:t>Spd:17</a:t>
            </a:r>
            <a:endParaRPr lang="en-US" sz="900" dirty="0"/>
          </a:p>
        </p:txBody>
      </p:sp>
      <p:sp>
        <p:nvSpPr>
          <p:cNvPr id="22" name="Text 20"/>
          <p:cNvSpPr/>
          <p:nvPr/>
        </p:nvSpPr>
        <p:spPr>
          <a:xfrm>
            <a:off x="5815584" y="4617720"/>
            <a:ext cx="123444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61–100</a:t>
            </a:r>
            <a:endParaRPr lang="en-US" sz="950" dirty="0"/>
          </a:p>
        </p:txBody>
      </p:sp>
      <p:sp>
        <p:nvSpPr>
          <p:cNvPr id="23" name="Text 21"/>
          <p:cNvSpPr/>
          <p:nvPr/>
        </p:nvSpPr>
        <p:spPr>
          <a:xfrm>
            <a:off x="5815584" y="4846320"/>
            <a:ext cx="1234440" cy="228600"/>
          </a:xfrm>
          <a:prstGeom prst="rect">
            <a:avLst/>
          </a:prstGeom>
          <a:noFill/>
          <a:ln/>
        </p:spPr>
        <p:txBody>
          <a:bodyPr wrap="square" lIns="0" tIns="0" rIns="0" bIns="0" rtlCol="0" anchor="ctr"/>
          <a:lstStyle/>
          <a:p>
            <a:pPr algn="ctr" indent="0" marL="0">
              <a:buNone/>
            </a:pPr>
            <a:r>
              <a:rPr lang="en-US" sz="900" dirty="0">
                <a:solidFill>
                  <a:srgbClr val="8899A6"/>
                </a:solidFill>
                <a:latin typeface="Calibri" pitchFamily="34" charset="0"/>
                <a:ea typeface="Calibri" pitchFamily="34" charset="-122"/>
                <a:cs typeface="Calibri" pitchFamily="34" charset="-120"/>
              </a:rPr>
              <a:t>Cars:5</a:t>
            </a:r>
            <a:endParaRPr lang="en-US" sz="900" dirty="0"/>
          </a:p>
        </p:txBody>
      </p:sp>
      <p:sp>
        <p:nvSpPr>
          <p:cNvPr id="24" name="Shape 22"/>
          <p:cNvSpPr/>
          <p:nvPr/>
        </p:nvSpPr>
        <p:spPr>
          <a:xfrm>
            <a:off x="7754112" y="3108960"/>
            <a:ext cx="868680" cy="1463040"/>
          </a:xfrm>
          <a:prstGeom prst="rect">
            <a:avLst/>
          </a:prstGeom>
          <a:solidFill>
            <a:srgbClr val="FF3B3B">
              <a:alpha val="80000"/>
            </a:srgbClr>
          </a:solidFill>
          <a:ln w="12700">
            <a:solidFill>
              <a:srgbClr val="FF3B3B"/>
            </a:solidFill>
            <a:prstDash val="solid"/>
          </a:ln>
        </p:spPr>
      </p:sp>
      <p:sp>
        <p:nvSpPr>
          <p:cNvPr id="25" name="Text 23"/>
          <p:cNvSpPr/>
          <p:nvPr/>
        </p:nvSpPr>
        <p:spPr>
          <a:xfrm>
            <a:off x="7754112" y="2834640"/>
            <a:ext cx="868680" cy="246888"/>
          </a:xfrm>
          <a:prstGeom prst="rect">
            <a:avLst/>
          </a:prstGeom>
          <a:noFill/>
          <a:ln/>
        </p:spPr>
        <p:txBody>
          <a:bodyPr wrap="square" lIns="0" tIns="0" rIns="0" bIns="0" rtlCol="0" anchor="ctr"/>
          <a:lstStyle/>
          <a:p>
            <a:pPr algn="ctr" indent="0" marL="0">
              <a:buNone/>
            </a:pPr>
            <a:r>
              <a:rPr lang="en-US" sz="900" b="1" dirty="0">
                <a:solidFill>
                  <a:srgbClr val="FF3B3B"/>
                </a:solidFill>
                <a:latin typeface="Calibri" pitchFamily="34" charset="0"/>
                <a:ea typeface="Calibri" pitchFamily="34" charset="-122"/>
                <a:cs typeface="Calibri" pitchFamily="34" charset="-120"/>
              </a:rPr>
              <a:t>Spd:22</a:t>
            </a:r>
            <a:endParaRPr lang="en-US" sz="900" dirty="0"/>
          </a:p>
        </p:txBody>
      </p:sp>
      <p:sp>
        <p:nvSpPr>
          <p:cNvPr id="26" name="Text 24"/>
          <p:cNvSpPr/>
          <p:nvPr/>
        </p:nvSpPr>
        <p:spPr>
          <a:xfrm>
            <a:off x="7571232" y="4617720"/>
            <a:ext cx="1234440" cy="274320"/>
          </a:xfrm>
          <a:prstGeom prst="rect">
            <a:avLst/>
          </a:prstGeom>
          <a:noFill/>
          <a:ln/>
        </p:spPr>
        <p:txBody>
          <a:bodyPr wrap="square" lIns="0" tIns="0" rIns="0" bIns="0" rtlCol="0" anchor="ctr"/>
          <a:lstStyle/>
          <a:p>
            <a:pPr algn="ctr" indent="0" marL="0">
              <a:buNone/>
            </a:pPr>
            <a:r>
              <a:rPr lang="en-US" sz="950" dirty="0">
                <a:solidFill>
                  <a:srgbClr val="FFFFFF"/>
                </a:solidFill>
                <a:latin typeface="Calibri" pitchFamily="34" charset="0"/>
                <a:ea typeface="Calibri" pitchFamily="34" charset="-122"/>
                <a:cs typeface="Calibri" pitchFamily="34" charset="-120"/>
              </a:rPr>
              <a:t>101–150</a:t>
            </a:r>
            <a:endParaRPr lang="en-US" sz="950" dirty="0"/>
          </a:p>
        </p:txBody>
      </p:sp>
      <p:sp>
        <p:nvSpPr>
          <p:cNvPr id="27" name="Text 25"/>
          <p:cNvSpPr/>
          <p:nvPr/>
        </p:nvSpPr>
        <p:spPr>
          <a:xfrm>
            <a:off x="7571232" y="4846320"/>
            <a:ext cx="1234440" cy="228600"/>
          </a:xfrm>
          <a:prstGeom prst="rect">
            <a:avLst/>
          </a:prstGeom>
          <a:noFill/>
          <a:ln/>
        </p:spPr>
        <p:txBody>
          <a:bodyPr wrap="square" lIns="0" tIns="0" rIns="0" bIns="0" rtlCol="0" anchor="ctr"/>
          <a:lstStyle/>
          <a:p>
            <a:pPr algn="ctr" indent="0" marL="0">
              <a:buNone/>
            </a:pPr>
            <a:r>
              <a:rPr lang="en-US" sz="900" dirty="0">
                <a:solidFill>
                  <a:srgbClr val="8899A6"/>
                </a:solidFill>
                <a:latin typeface="Calibri" pitchFamily="34" charset="0"/>
                <a:ea typeface="Calibri" pitchFamily="34" charset="-122"/>
                <a:cs typeface="Calibri" pitchFamily="34" charset="-120"/>
              </a:rPr>
              <a:t>Cars:6</a:t>
            </a:r>
            <a:endParaRPr lang="en-US" sz="900" dirty="0"/>
          </a:p>
        </p:txBody>
      </p:sp>
      <p:sp>
        <p:nvSpPr>
          <p:cNvPr id="28" name="Shape 26"/>
          <p:cNvSpPr/>
          <p:nvPr/>
        </p:nvSpPr>
        <p:spPr>
          <a:xfrm>
            <a:off x="274320" y="4572000"/>
            <a:ext cx="8595360" cy="0"/>
          </a:xfrm>
          <a:prstGeom prst="line">
            <a:avLst/>
          </a:prstGeom>
          <a:noFill/>
          <a:ln w="12700">
            <a:solidFill>
              <a:srgbClr val="AAAAAA">
                <a:alpha val="40000"/>
              </a:srgbClr>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2121A"/>
          </a:solidFill>
          <a:ln w="12700">
            <a:solidFill>
              <a:srgbClr val="12121A"/>
            </a:solidFill>
            <a:prstDash val="solid"/>
          </a:ln>
        </p:spPr>
      </p:sp>
      <p:sp>
        <p:nvSpPr>
          <p:cNvPr id="3" name="Text 1"/>
          <p:cNvSpPr/>
          <p:nvPr/>
        </p:nvSpPr>
        <p:spPr>
          <a:xfrm>
            <a:off x="274320" y="320040"/>
            <a:ext cx="8595360" cy="640080"/>
          </a:xfrm>
          <a:prstGeom prst="rect">
            <a:avLst/>
          </a:prstGeom>
          <a:noFill/>
          <a:ln/>
        </p:spPr>
        <p:txBody>
          <a:bodyPr wrap="square" lIns="0" tIns="0" rIns="0" bIns="0" rtlCol="0" anchor="ctr"/>
          <a:lstStyle/>
          <a:p>
            <a:pPr algn="l" indent="0" marL="0">
              <a:buNone/>
            </a:pPr>
            <a:r>
              <a:rPr lang="en-US" sz="2800" b="1" dirty="0">
                <a:solidFill>
                  <a:srgbClr val="00D4FF"/>
                </a:solidFill>
                <a:effectLst>
                  <a:glow rad="101600">
                    <a:srgbClr val="00D4FF">
                      <a:alpha val="60000"/>
                    </a:srgbClr>
                  </a:glow>
                </a:effectLst>
                <a:latin typeface="Arial Black" pitchFamily="34" charset="0"/>
                <a:ea typeface="Arial Black" pitchFamily="34" charset="-122"/>
                <a:cs typeface="Arial Black" pitchFamily="34" charset="-120"/>
              </a:rPr>
              <a:t>🔧  TECHNICAL ARCHITECTURE</a:t>
            </a:r>
            <a:endParaRPr lang="en-US" sz="2800" dirty="0"/>
          </a:p>
        </p:txBody>
      </p:sp>
      <p:sp>
        <p:nvSpPr>
          <p:cNvPr id="4" name="Shape 2"/>
          <p:cNvSpPr/>
          <p:nvPr/>
        </p:nvSpPr>
        <p:spPr>
          <a:xfrm>
            <a:off x="274320" y="1143000"/>
            <a:ext cx="5303520" cy="320040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5" name="Shape 3"/>
          <p:cNvSpPr/>
          <p:nvPr/>
        </p:nvSpPr>
        <p:spPr>
          <a:xfrm>
            <a:off x="274320" y="1143000"/>
            <a:ext cx="54864" cy="3200400"/>
          </a:xfrm>
          <a:prstGeom prst="rect">
            <a:avLst/>
          </a:prstGeom>
          <a:solidFill>
            <a:srgbClr val="00D4FF"/>
          </a:solidFill>
          <a:ln w="12700">
            <a:solidFill>
              <a:srgbClr val="00D4FF"/>
            </a:solidFill>
            <a:prstDash val="solid"/>
          </a:ln>
        </p:spPr>
      </p:sp>
      <p:sp>
        <p:nvSpPr>
          <p:cNvPr id="6" name="Text 4"/>
          <p:cNvSpPr/>
          <p:nvPr/>
        </p:nvSpPr>
        <p:spPr>
          <a:xfrm>
            <a:off x="502920" y="1234440"/>
            <a:ext cx="4846320" cy="347472"/>
          </a:xfrm>
          <a:prstGeom prst="rect">
            <a:avLst/>
          </a:prstGeom>
          <a:noFill/>
          <a:ln/>
        </p:spPr>
        <p:txBody>
          <a:bodyPr wrap="square" lIns="0" tIns="0" rIns="0" bIns="0" rtlCol="0" anchor="ctr"/>
          <a:lstStyle/>
          <a:p>
            <a:pPr indent="0" marL="0">
              <a:buNone/>
            </a:pPr>
            <a:r>
              <a:rPr lang="en-US" sz="1400" b="1" dirty="0">
                <a:solidFill>
                  <a:srgbClr val="00D4FF"/>
                </a:solidFill>
                <a:latin typeface="Arial Black" pitchFamily="34" charset="0"/>
                <a:ea typeface="Arial Black" pitchFamily="34" charset="-122"/>
                <a:cs typeface="Arial Black" pitchFamily="34" charset="-120"/>
              </a:rPr>
              <a:t>Game Loop &amp; Rendering</a:t>
            </a:r>
            <a:endParaRPr lang="en-US" sz="1400" dirty="0"/>
          </a:p>
        </p:txBody>
      </p:sp>
      <p:sp>
        <p:nvSpPr>
          <p:cNvPr id="7" name="Text 5"/>
          <p:cNvSpPr/>
          <p:nvPr/>
        </p:nvSpPr>
        <p:spPr>
          <a:xfrm>
            <a:off x="502920" y="1673352"/>
            <a:ext cx="2011680" cy="320040"/>
          </a:xfrm>
          <a:prstGeom prst="rect">
            <a:avLst/>
          </a:prstGeom>
          <a:noFill/>
          <a:ln/>
        </p:spPr>
        <p:txBody>
          <a:bodyPr wrap="square" lIns="0" tIns="0" rIns="0" bIns="0" rtlCol="0" anchor="ctr"/>
          <a:lstStyle/>
          <a:p>
            <a:pPr indent="0" marL="0">
              <a:buNone/>
            </a:pPr>
            <a:r>
              <a:rPr lang="en-US" sz="950" b="1" dirty="0">
                <a:solidFill>
                  <a:srgbClr val="00D4FF"/>
                </a:solidFill>
                <a:latin typeface="Calibri" pitchFamily="34" charset="0"/>
                <a:ea typeface="Calibri" pitchFamily="34" charset="-122"/>
                <a:cs typeface="Calibri" pitchFamily="34" charset="-120"/>
              </a:rPr>
              <a:t>requestAnimationFrame</a:t>
            </a:r>
            <a:endParaRPr lang="en-US" sz="950" dirty="0"/>
          </a:p>
        </p:txBody>
      </p:sp>
      <p:sp>
        <p:nvSpPr>
          <p:cNvPr id="8" name="Text 6"/>
          <p:cNvSpPr/>
          <p:nvPr/>
        </p:nvSpPr>
        <p:spPr>
          <a:xfrm>
            <a:off x="2542032" y="1673352"/>
            <a:ext cx="2834640" cy="320040"/>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Main game loop — smooth 60fps rendering</a:t>
            </a:r>
            <a:endParaRPr lang="en-US" sz="950" dirty="0"/>
          </a:p>
        </p:txBody>
      </p:sp>
      <p:sp>
        <p:nvSpPr>
          <p:cNvPr id="9" name="Text 7"/>
          <p:cNvSpPr/>
          <p:nvPr/>
        </p:nvSpPr>
        <p:spPr>
          <a:xfrm>
            <a:off x="502920" y="2048256"/>
            <a:ext cx="2011680" cy="320040"/>
          </a:xfrm>
          <a:prstGeom prst="rect">
            <a:avLst/>
          </a:prstGeom>
          <a:noFill/>
          <a:ln/>
        </p:spPr>
        <p:txBody>
          <a:bodyPr wrap="square" lIns="0" tIns="0" rIns="0" bIns="0" rtlCol="0" anchor="ctr"/>
          <a:lstStyle/>
          <a:p>
            <a:pPr indent="0" marL="0">
              <a:buNone/>
            </a:pPr>
            <a:r>
              <a:rPr lang="en-US" sz="950" b="1" dirty="0">
                <a:solidFill>
                  <a:srgbClr val="00D4FF"/>
                </a:solidFill>
                <a:latin typeface="Calibri" pitchFamily="34" charset="0"/>
                <a:ea typeface="Calibri" pitchFamily="34" charset="-122"/>
                <a:cs typeface="Calibri" pitchFamily="34" charset="-120"/>
              </a:rPr>
              <a:t>DOM-based rendering</a:t>
            </a:r>
            <a:endParaRPr lang="en-US" sz="950" dirty="0"/>
          </a:p>
        </p:txBody>
      </p:sp>
      <p:sp>
        <p:nvSpPr>
          <p:cNvPr id="10" name="Text 8"/>
          <p:cNvSpPr/>
          <p:nvPr/>
        </p:nvSpPr>
        <p:spPr>
          <a:xfrm>
            <a:off x="2542032" y="2048256"/>
            <a:ext cx="2834640" cy="320040"/>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All objects are styled HTML divs (no canvas)</a:t>
            </a:r>
            <a:endParaRPr lang="en-US" sz="950" dirty="0"/>
          </a:p>
        </p:txBody>
      </p:sp>
      <p:sp>
        <p:nvSpPr>
          <p:cNvPr id="11" name="Text 9"/>
          <p:cNvSpPr/>
          <p:nvPr/>
        </p:nvSpPr>
        <p:spPr>
          <a:xfrm>
            <a:off x="502920" y="2423160"/>
            <a:ext cx="2011680" cy="320040"/>
          </a:xfrm>
          <a:prstGeom prst="rect">
            <a:avLst/>
          </a:prstGeom>
          <a:noFill/>
          <a:ln/>
        </p:spPr>
        <p:txBody>
          <a:bodyPr wrap="square" lIns="0" tIns="0" rIns="0" bIns="0" rtlCol="0" anchor="ctr"/>
          <a:lstStyle/>
          <a:p>
            <a:pPr indent="0" marL="0">
              <a:buNone/>
            </a:pPr>
            <a:r>
              <a:rPr lang="en-US" sz="950" b="1" dirty="0">
                <a:solidFill>
                  <a:srgbClr val="00D4FF"/>
                </a:solidFill>
                <a:latin typeface="Calibri" pitchFamily="34" charset="0"/>
                <a:ea typeface="Calibri" pitchFamily="34" charset="-122"/>
                <a:cs typeface="Calibri" pitchFamily="34" charset="-120"/>
              </a:rPr>
              <a:t>CSS Transitions</a:t>
            </a:r>
            <a:endParaRPr lang="en-US" sz="950" dirty="0"/>
          </a:p>
        </p:txBody>
      </p:sp>
      <p:sp>
        <p:nvSpPr>
          <p:cNvPr id="12" name="Text 10"/>
          <p:cNvSpPr/>
          <p:nvPr/>
        </p:nvSpPr>
        <p:spPr>
          <a:xfrm>
            <a:off x="2542032" y="2423160"/>
            <a:ext cx="2834640" cy="320040"/>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Car movement with cubic-bezier easing</a:t>
            </a:r>
            <a:endParaRPr lang="en-US" sz="950" dirty="0"/>
          </a:p>
        </p:txBody>
      </p:sp>
      <p:sp>
        <p:nvSpPr>
          <p:cNvPr id="13" name="Text 11"/>
          <p:cNvSpPr/>
          <p:nvPr/>
        </p:nvSpPr>
        <p:spPr>
          <a:xfrm>
            <a:off x="502920" y="2798064"/>
            <a:ext cx="2011680" cy="320040"/>
          </a:xfrm>
          <a:prstGeom prst="rect">
            <a:avLst/>
          </a:prstGeom>
          <a:noFill/>
          <a:ln/>
        </p:spPr>
        <p:txBody>
          <a:bodyPr wrap="square" lIns="0" tIns="0" rIns="0" bIns="0" rtlCol="0" anchor="ctr"/>
          <a:lstStyle/>
          <a:p>
            <a:pPr indent="0" marL="0">
              <a:buNone/>
            </a:pPr>
            <a:r>
              <a:rPr lang="en-US" sz="950" b="1" dirty="0">
                <a:solidFill>
                  <a:srgbClr val="00D4FF"/>
                </a:solidFill>
                <a:latin typeface="Calibri" pitchFamily="34" charset="0"/>
                <a:ea typeface="Calibri" pitchFamily="34" charset="-122"/>
                <a:cs typeface="Calibri" pitchFamily="34" charset="-120"/>
              </a:rPr>
              <a:t>SVG Player Car</a:t>
            </a:r>
            <a:endParaRPr lang="en-US" sz="950" dirty="0"/>
          </a:p>
        </p:txBody>
      </p:sp>
      <p:sp>
        <p:nvSpPr>
          <p:cNvPr id="14" name="Text 12"/>
          <p:cNvSpPr/>
          <p:nvPr/>
        </p:nvSpPr>
        <p:spPr>
          <a:xfrm>
            <a:off x="2542032" y="2798064"/>
            <a:ext cx="2834640" cy="320040"/>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Vector graphics for crisp rendering at all sizes</a:t>
            </a:r>
            <a:endParaRPr lang="en-US" sz="950" dirty="0"/>
          </a:p>
        </p:txBody>
      </p:sp>
      <p:sp>
        <p:nvSpPr>
          <p:cNvPr id="15" name="Text 13"/>
          <p:cNvSpPr/>
          <p:nvPr/>
        </p:nvSpPr>
        <p:spPr>
          <a:xfrm>
            <a:off x="502920" y="3172968"/>
            <a:ext cx="2011680" cy="320040"/>
          </a:xfrm>
          <a:prstGeom prst="rect">
            <a:avLst/>
          </a:prstGeom>
          <a:noFill/>
          <a:ln/>
        </p:spPr>
        <p:txBody>
          <a:bodyPr wrap="square" lIns="0" tIns="0" rIns="0" bIns="0" rtlCol="0" anchor="ctr"/>
          <a:lstStyle/>
          <a:p>
            <a:pPr indent="0" marL="0">
              <a:buNone/>
            </a:pPr>
            <a:r>
              <a:rPr lang="en-US" sz="950" b="1" dirty="0">
                <a:solidFill>
                  <a:srgbClr val="00D4FF"/>
                </a:solidFill>
                <a:latin typeface="Calibri" pitchFamily="34" charset="0"/>
                <a:ea typeface="Calibri" pitchFamily="34" charset="-122"/>
                <a:cs typeface="Calibri" pitchFamily="34" charset="-120"/>
              </a:rPr>
              <a:t>Position tracking</a:t>
            </a:r>
            <a:endParaRPr lang="en-US" sz="950" dirty="0"/>
          </a:p>
        </p:txBody>
      </p:sp>
      <p:sp>
        <p:nvSpPr>
          <p:cNvPr id="16" name="Text 14"/>
          <p:cNvSpPr/>
          <p:nvPr/>
        </p:nvSpPr>
        <p:spPr>
          <a:xfrm>
            <a:off x="2542032" y="3172968"/>
            <a:ext cx="2834640" cy="320040"/>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Objects tracked in JS arrays, removed on exit</a:t>
            </a:r>
            <a:endParaRPr lang="en-US" sz="950" dirty="0"/>
          </a:p>
        </p:txBody>
      </p:sp>
      <p:sp>
        <p:nvSpPr>
          <p:cNvPr id="17" name="Text 15"/>
          <p:cNvSpPr/>
          <p:nvPr/>
        </p:nvSpPr>
        <p:spPr>
          <a:xfrm>
            <a:off x="502920" y="3547872"/>
            <a:ext cx="2011680" cy="320040"/>
          </a:xfrm>
          <a:prstGeom prst="rect">
            <a:avLst/>
          </a:prstGeom>
          <a:noFill/>
          <a:ln/>
        </p:spPr>
        <p:txBody>
          <a:bodyPr wrap="square" lIns="0" tIns="0" rIns="0" bIns="0" rtlCol="0" anchor="ctr"/>
          <a:lstStyle/>
          <a:p>
            <a:pPr indent="0" marL="0">
              <a:buNone/>
            </a:pPr>
            <a:r>
              <a:rPr lang="en-US" sz="950" b="1" dirty="0">
                <a:solidFill>
                  <a:srgbClr val="00D4FF"/>
                </a:solidFill>
                <a:latin typeface="Calibri" pitchFamily="34" charset="0"/>
                <a:ea typeface="Calibri" pitchFamily="34" charset="-122"/>
                <a:cs typeface="Calibri" pitchFamily="34" charset="-120"/>
              </a:rPr>
              <a:t>Collision Detection</a:t>
            </a:r>
            <a:endParaRPr lang="en-US" sz="950" dirty="0"/>
          </a:p>
        </p:txBody>
      </p:sp>
      <p:sp>
        <p:nvSpPr>
          <p:cNvPr id="18" name="Text 16"/>
          <p:cNvSpPr/>
          <p:nvPr/>
        </p:nvSpPr>
        <p:spPr>
          <a:xfrm>
            <a:off x="2542032" y="3547872"/>
            <a:ext cx="2834640" cy="320040"/>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Bounding-box overlap checks each frame</a:t>
            </a:r>
            <a:endParaRPr lang="en-US" sz="950" dirty="0"/>
          </a:p>
        </p:txBody>
      </p:sp>
      <p:sp>
        <p:nvSpPr>
          <p:cNvPr id="19" name="Text 17"/>
          <p:cNvSpPr/>
          <p:nvPr/>
        </p:nvSpPr>
        <p:spPr>
          <a:xfrm>
            <a:off x="502920" y="3922776"/>
            <a:ext cx="2011680" cy="320040"/>
          </a:xfrm>
          <a:prstGeom prst="rect">
            <a:avLst/>
          </a:prstGeom>
          <a:noFill/>
          <a:ln/>
        </p:spPr>
        <p:txBody>
          <a:bodyPr wrap="square" lIns="0" tIns="0" rIns="0" bIns="0" rtlCol="0" anchor="ctr"/>
          <a:lstStyle/>
          <a:p>
            <a:pPr indent="0" marL="0">
              <a:buNone/>
            </a:pPr>
            <a:r>
              <a:rPr lang="en-US" sz="950" b="1" dirty="0">
                <a:solidFill>
                  <a:srgbClr val="00D4FF"/>
                </a:solidFill>
                <a:latin typeface="Calibri" pitchFamily="34" charset="0"/>
                <a:ea typeface="Calibri" pitchFamily="34" charset="-122"/>
                <a:cs typeface="Calibri" pitchFamily="34" charset="-120"/>
              </a:rPr>
              <a:t>Speed Increment</a:t>
            </a:r>
            <a:endParaRPr lang="en-US" sz="950" dirty="0"/>
          </a:p>
        </p:txBody>
      </p:sp>
      <p:sp>
        <p:nvSpPr>
          <p:cNvPr id="20" name="Text 18"/>
          <p:cNvSpPr/>
          <p:nvPr/>
        </p:nvSpPr>
        <p:spPr>
          <a:xfrm>
            <a:off x="2542032" y="3922776"/>
            <a:ext cx="2834640" cy="320040"/>
          </a:xfrm>
          <a:prstGeom prst="rect">
            <a:avLst/>
          </a:prstGeom>
          <a:noFill/>
          <a:ln/>
        </p:spPr>
        <p:txBody>
          <a:bodyPr wrap="square" lIns="0" tIns="0" rIns="0" bIns="0" rtlCol="0" anchor="ctr"/>
          <a:lstStyle/>
          <a:p>
            <a:pPr indent="0" marL="0">
              <a:buNone/>
            </a:pPr>
            <a:r>
              <a:rPr lang="en-US" sz="950" dirty="0">
                <a:solidFill>
                  <a:srgbClr val="AAAAAA"/>
                </a:solidFill>
                <a:latin typeface="Calibri" pitchFamily="34" charset="0"/>
                <a:ea typeface="Calibri" pitchFamily="34" charset="-122"/>
                <a:cs typeface="Calibri" pitchFamily="34" charset="-120"/>
              </a:rPr>
              <a:t>Speed increases every N frames for difficulty</a:t>
            </a:r>
            <a:endParaRPr lang="en-US" sz="950" dirty="0"/>
          </a:p>
        </p:txBody>
      </p:sp>
      <p:sp>
        <p:nvSpPr>
          <p:cNvPr id="21" name="Shape 19"/>
          <p:cNvSpPr/>
          <p:nvPr/>
        </p:nvSpPr>
        <p:spPr>
          <a:xfrm>
            <a:off x="5806440" y="1143000"/>
            <a:ext cx="3154680" cy="146304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22" name="Shape 20"/>
          <p:cNvSpPr/>
          <p:nvPr/>
        </p:nvSpPr>
        <p:spPr>
          <a:xfrm>
            <a:off x="5806440" y="1143000"/>
            <a:ext cx="54864" cy="1463040"/>
          </a:xfrm>
          <a:prstGeom prst="rect">
            <a:avLst/>
          </a:prstGeom>
          <a:solidFill>
            <a:srgbClr val="FFD700"/>
          </a:solidFill>
          <a:ln w="12700">
            <a:solidFill>
              <a:srgbClr val="FFD700"/>
            </a:solidFill>
            <a:prstDash val="solid"/>
          </a:ln>
        </p:spPr>
      </p:sp>
      <p:sp>
        <p:nvSpPr>
          <p:cNvPr id="23" name="Text 21"/>
          <p:cNvSpPr/>
          <p:nvPr/>
        </p:nvSpPr>
        <p:spPr>
          <a:xfrm>
            <a:off x="5989320" y="1234440"/>
            <a:ext cx="2743200" cy="274320"/>
          </a:xfrm>
          <a:prstGeom prst="rect">
            <a:avLst/>
          </a:prstGeom>
          <a:noFill/>
          <a:ln/>
        </p:spPr>
        <p:txBody>
          <a:bodyPr wrap="square" lIns="0" tIns="0" rIns="0" bIns="0" rtlCol="0" anchor="ctr"/>
          <a:lstStyle/>
          <a:p>
            <a:pPr indent="0" marL="0">
              <a:buNone/>
            </a:pPr>
            <a:r>
              <a:rPr lang="en-US" sz="1300" dirty="0">
                <a:solidFill>
                  <a:srgbClr val="FFD700"/>
                </a:solidFill>
                <a:latin typeface="Arial Black" pitchFamily="34" charset="0"/>
                <a:ea typeface="Arial Black" pitchFamily="34" charset="-122"/>
                <a:cs typeface="Arial Black" pitchFamily="34" charset="-120"/>
              </a:rPr>
              <a:t>Data Persistence</a:t>
            </a:r>
            <a:endParaRPr lang="en-US" sz="1300" dirty="0"/>
          </a:p>
        </p:txBody>
      </p:sp>
      <p:sp>
        <p:nvSpPr>
          <p:cNvPr id="24" name="Text 22"/>
          <p:cNvSpPr/>
          <p:nvPr/>
        </p:nvSpPr>
        <p:spPr>
          <a:xfrm>
            <a:off x="5989320" y="1600200"/>
            <a:ext cx="2834640" cy="22860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 localStorage: High Score</a:t>
            </a:r>
            <a:endParaRPr lang="en-US" sz="1000" dirty="0"/>
          </a:p>
        </p:txBody>
      </p:sp>
      <p:sp>
        <p:nvSpPr>
          <p:cNvPr id="25" name="Text 23"/>
          <p:cNvSpPr/>
          <p:nvPr/>
        </p:nvSpPr>
        <p:spPr>
          <a:xfrm>
            <a:off x="5989320" y="1837944"/>
            <a:ext cx="2834640" cy="22860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 localStorage: Pink Coins</a:t>
            </a:r>
            <a:endParaRPr lang="en-US" sz="1000" dirty="0"/>
          </a:p>
        </p:txBody>
      </p:sp>
      <p:sp>
        <p:nvSpPr>
          <p:cNvPr id="26" name="Text 24"/>
          <p:cNvSpPr/>
          <p:nvPr/>
        </p:nvSpPr>
        <p:spPr>
          <a:xfrm>
            <a:off x="5989320" y="2075688"/>
            <a:ext cx="2834640" cy="22860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 localStorage: Unlocked Levels</a:t>
            </a:r>
            <a:endParaRPr lang="en-US" sz="1000" dirty="0"/>
          </a:p>
        </p:txBody>
      </p:sp>
      <p:sp>
        <p:nvSpPr>
          <p:cNvPr id="27" name="Text 25"/>
          <p:cNvSpPr/>
          <p:nvPr/>
        </p:nvSpPr>
        <p:spPr>
          <a:xfrm>
            <a:off x="5989320" y="2313432"/>
            <a:ext cx="2834640" cy="22860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 Session variables: Green Coins</a:t>
            </a:r>
            <a:endParaRPr lang="en-US" sz="1000" dirty="0"/>
          </a:p>
        </p:txBody>
      </p:sp>
      <p:sp>
        <p:nvSpPr>
          <p:cNvPr id="28" name="Shape 26"/>
          <p:cNvSpPr/>
          <p:nvPr/>
        </p:nvSpPr>
        <p:spPr>
          <a:xfrm>
            <a:off x="5806440" y="2743200"/>
            <a:ext cx="3154680" cy="160020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29" name="Shape 27"/>
          <p:cNvSpPr/>
          <p:nvPr/>
        </p:nvSpPr>
        <p:spPr>
          <a:xfrm>
            <a:off x="5806440" y="2743200"/>
            <a:ext cx="54864" cy="1600200"/>
          </a:xfrm>
          <a:prstGeom prst="rect">
            <a:avLst/>
          </a:prstGeom>
          <a:solidFill>
            <a:srgbClr val="2ECC71"/>
          </a:solidFill>
          <a:ln w="12700">
            <a:solidFill>
              <a:srgbClr val="2ECC71"/>
            </a:solidFill>
            <a:prstDash val="solid"/>
          </a:ln>
        </p:spPr>
      </p:sp>
      <p:sp>
        <p:nvSpPr>
          <p:cNvPr id="30" name="Text 28"/>
          <p:cNvSpPr/>
          <p:nvPr/>
        </p:nvSpPr>
        <p:spPr>
          <a:xfrm>
            <a:off x="5989320" y="2834640"/>
            <a:ext cx="2743200" cy="274320"/>
          </a:xfrm>
          <a:prstGeom prst="rect">
            <a:avLst/>
          </a:prstGeom>
          <a:noFill/>
          <a:ln/>
        </p:spPr>
        <p:txBody>
          <a:bodyPr wrap="square" lIns="0" tIns="0" rIns="0" bIns="0" rtlCol="0" anchor="ctr"/>
          <a:lstStyle/>
          <a:p>
            <a:pPr indent="0" marL="0">
              <a:buNone/>
            </a:pPr>
            <a:r>
              <a:rPr lang="en-US" sz="1300" dirty="0">
                <a:solidFill>
                  <a:srgbClr val="2ECC71"/>
                </a:solidFill>
                <a:latin typeface="Arial Black" pitchFamily="34" charset="0"/>
                <a:ea typeface="Arial Black" pitchFamily="34" charset="-122"/>
                <a:cs typeface="Arial Black" pitchFamily="34" charset="-120"/>
              </a:rPr>
              <a:t>Sound System</a:t>
            </a:r>
            <a:endParaRPr lang="en-US" sz="1300" dirty="0"/>
          </a:p>
        </p:txBody>
      </p:sp>
      <p:sp>
        <p:nvSpPr>
          <p:cNvPr id="31" name="Text 29"/>
          <p:cNvSpPr/>
          <p:nvPr/>
        </p:nvSpPr>
        <p:spPr>
          <a:xfrm>
            <a:off x="5989320" y="3200400"/>
            <a:ext cx="2834640" cy="22860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 Web Audio API (no files needed)</a:t>
            </a:r>
            <a:endParaRPr lang="en-US" sz="1000" dirty="0"/>
          </a:p>
        </p:txBody>
      </p:sp>
      <p:sp>
        <p:nvSpPr>
          <p:cNvPr id="32" name="Text 30"/>
          <p:cNvSpPr/>
          <p:nvPr/>
        </p:nvSpPr>
        <p:spPr>
          <a:xfrm>
            <a:off x="5989320" y="3438144"/>
            <a:ext cx="2834640" cy="22860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 Sequential music steps</a:t>
            </a:r>
            <a:endParaRPr lang="en-US" sz="1000" dirty="0"/>
          </a:p>
        </p:txBody>
      </p:sp>
      <p:sp>
        <p:nvSpPr>
          <p:cNvPr id="33" name="Text 31"/>
          <p:cNvSpPr/>
          <p:nvPr/>
        </p:nvSpPr>
        <p:spPr>
          <a:xfrm>
            <a:off x="5989320" y="3675888"/>
            <a:ext cx="2834640" cy="22860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 Sound state tracking variable</a:t>
            </a:r>
            <a:endParaRPr lang="en-US" sz="1000" dirty="0"/>
          </a:p>
        </p:txBody>
      </p:sp>
      <p:sp>
        <p:nvSpPr>
          <p:cNvPr id="34" name="Text 32"/>
          <p:cNvSpPr/>
          <p:nvPr/>
        </p:nvSpPr>
        <p:spPr>
          <a:xfrm>
            <a:off x="5989320" y="3913632"/>
            <a:ext cx="2834640" cy="228600"/>
          </a:xfrm>
          <a:prstGeom prst="rect">
            <a:avLst/>
          </a:prstGeom>
          <a:noFill/>
          <a:ln/>
        </p:spPr>
        <p:txBody>
          <a:bodyPr wrap="square" lIns="0" tIns="0" rIns="0" bIns="0" rtlCol="0" anchor="ctr"/>
          <a:lstStyle/>
          <a:p>
            <a:pPr indent="0" marL="0">
              <a:buNone/>
            </a:pPr>
            <a:r>
              <a:rPr lang="en-US" sz="1000" dirty="0">
                <a:solidFill>
                  <a:srgbClr val="AAAAAA"/>
                </a:solidFill>
                <a:latin typeface="Calibri" pitchFamily="34" charset="0"/>
                <a:ea typeface="Calibri" pitchFamily="34" charset="-122"/>
                <a:cs typeface="Calibri" pitchFamily="34" charset="-120"/>
              </a:rPr>
              <a:t>• Toggle ON/OFF in settings</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0A0C"/>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12121A"/>
          </a:solidFill>
          <a:ln w="12700">
            <a:solidFill>
              <a:srgbClr val="12121A"/>
            </a:solidFill>
            <a:prstDash val="solid"/>
          </a:ln>
        </p:spPr>
      </p:sp>
      <p:sp>
        <p:nvSpPr>
          <p:cNvPr id="3" name="Text 1"/>
          <p:cNvSpPr/>
          <p:nvPr/>
        </p:nvSpPr>
        <p:spPr>
          <a:xfrm>
            <a:off x="274320" y="320040"/>
            <a:ext cx="8595360" cy="640080"/>
          </a:xfrm>
          <a:prstGeom prst="rect">
            <a:avLst/>
          </a:prstGeom>
          <a:noFill/>
          <a:ln/>
        </p:spPr>
        <p:txBody>
          <a:bodyPr wrap="square" lIns="0" tIns="0" rIns="0" bIns="0" rtlCol="0" anchor="ctr"/>
          <a:lstStyle/>
          <a:p>
            <a:pPr algn="l" indent="0" marL="0">
              <a:buNone/>
            </a:pPr>
            <a:r>
              <a:rPr lang="en-US" sz="2800" b="1" dirty="0">
                <a:solidFill>
                  <a:srgbClr val="00D4FF"/>
                </a:solidFill>
                <a:effectLst>
                  <a:glow rad="101600">
                    <a:srgbClr val="00D4FF">
                      <a:alpha val="60000"/>
                    </a:srgbClr>
                  </a:glow>
                </a:effectLst>
                <a:latin typeface="Arial Black" pitchFamily="34" charset="0"/>
                <a:ea typeface="Arial Black" pitchFamily="34" charset="-122"/>
                <a:cs typeface="Arial Black" pitchFamily="34" charset="-120"/>
              </a:rPr>
              <a:t>📊  PROJECT STATS AT A GLANCE</a:t>
            </a:r>
            <a:endParaRPr lang="en-US" sz="2800" dirty="0"/>
          </a:p>
        </p:txBody>
      </p:sp>
      <p:sp>
        <p:nvSpPr>
          <p:cNvPr id="4" name="Shape 2"/>
          <p:cNvSpPr/>
          <p:nvPr/>
        </p:nvSpPr>
        <p:spPr>
          <a:xfrm>
            <a:off x="274320" y="1188720"/>
            <a:ext cx="2468880" cy="118872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5" name="Text 3"/>
          <p:cNvSpPr/>
          <p:nvPr/>
        </p:nvSpPr>
        <p:spPr>
          <a:xfrm>
            <a:off x="274320" y="1234440"/>
            <a:ext cx="2468880" cy="685800"/>
          </a:xfrm>
          <a:prstGeom prst="rect">
            <a:avLst/>
          </a:prstGeom>
          <a:noFill/>
          <a:ln/>
        </p:spPr>
        <p:txBody>
          <a:bodyPr wrap="square" lIns="0" tIns="0" rIns="0" bIns="0" rtlCol="0" anchor="ctr"/>
          <a:lstStyle/>
          <a:p>
            <a:pPr algn="ctr" indent="0" marL="0">
              <a:buNone/>
            </a:pPr>
            <a:r>
              <a:rPr lang="en-US" sz="3600" b="1" dirty="0">
                <a:solidFill>
                  <a:srgbClr val="FF69B4"/>
                </a:solidFill>
                <a:latin typeface="Arial Black" pitchFamily="34" charset="0"/>
                <a:ea typeface="Arial Black" pitchFamily="34" charset="-122"/>
                <a:cs typeface="Arial Black" pitchFamily="34" charset="-120"/>
              </a:rPr>
              <a:t>150</a:t>
            </a:r>
            <a:endParaRPr lang="en-US" sz="3600" dirty="0"/>
          </a:p>
        </p:txBody>
      </p:sp>
      <p:sp>
        <p:nvSpPr>
          <p:cNvPr id="6" name="Text 4"/>
          <p:cNvSpPr/>
          <p:nvPr/>
        </p:nvSpPr>
        <p:spPr>
          <a:xfrm>
            <a:off x="274320" y="1920240"/>
            <a:ext cx="2468880" cy="365760"/>
          </a:xfrm>
          <a:prstGeom prst="rect">
            <a:avLst/>
          </a:prstGeom>
          <a:noFill/>
          <a:ln/>
        </p:spPr>
        <p:txBody>
          <a:bodyPr wrap="square" lIns="0" tIns="0" rIns="0" bIns="0" rtlCol="0" anchor="ctr"/>
          <a:lstStyle/>
          <a:p>
            <a:pPr algn="ctr" indent="0" marL="0">
              <a:buNone/>
            </a:pPr>
            <a:r>
              <a:rPr lang="en-US" sz="1100" dirty="0">
                <a:solidFill>
                  <a:srgbClr val="AAAAAA"/>
                </a:solidFill>
                <a:latin typeface="Calibri" pitchFamily="34" charset="0"/>
                <a:ea typeface="Calibri" pitchFamily="34" charset="-122"/>
                <a:cs typeface="Calibri" pitchFamily="34" charset="-120"/>
              </a:rPr>
              <a:t>Track Levels</a:t>
            </a:r>
            <a:endParaRPr lang="en-US" sz="1100" dirty="0"/>
          </a:p>
        </p:txBody>
      </p:sp>
      <p:sp>
        <p:nvSpPr>
          <p:cNvPr id="7" name="Shape 5"/>
          <p:cNvSpPr/>
          <p:nvPr/>
        </p:nvSpPr>
        <p:spPr>
          <a:xfrm>
            <a:off x="3017520" y="1188720"/>
            <a:ext cx="2468880" cy="118872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8" name="Text 6"/>
          <p:cNvSpPr/>
          <p:nvPr/>
        </p:nvSpPr>
        <p:spPr>
          <a:xfrm>
            <a:off x="3017520" y="1234440"/>
            <a:ext cx="2468880" cy="685800"/>
          </a:xfrm>
          <a:prstGeom prst="rect">
            <a:avLst/>
          </a:prstGeom>
          <a:noFill/>
          <a:ln/>
        </p:spPr>
        <p:txBody>
          <a:bodyPr wrap="square" lIns="0" tIns="0" rIns="0" bIns="0" rtlCol="0" anchor="ctr"/>
          <a:lstStyle/>
          <a:p>
            <a:pPr algn="ctr" indent="0" marL="0">
              <a:buNone/>
            </a:pPr>
            <a:r>
              <a:rPr lang="en-US" sz="3600" b="1" dirty="0">
                <a:solidFill>
                  <a:srgbClr val="00D4FF"/>
                </a:solidFill>
                <a:latin typeface="Arial Black" pitchFamily="34" charset="0"/>
                <a:ea typeface="Arial Black" pitchFamily="34" charset="-122"/>
                <a:cs typeface="Arial Black" pitchFamily="34" charset="-120"/>
              </a:rPr>
              <a:t>5</a:t>
            </a:r>
            <a:endParaRPr lang="en-US" sz="3600" dirty="0"/>
          </a:p>
        </p:txBody>
      </p:sp>
      <p:sp>
        <p:nvSpPr>
          <p:cNvPr id="9" name="Text 7"/>
          <p:cNvSpPr/>
          <p:nvPr/>
        </p:nvSpPr>
        <p:spPr>
          <a:xfrm>
            <a:off x="3017520" y="1920240"/>
            <a:ext cx="2468880" cy="365760"/>
          </a:xfrm>
          <a:prstGeom prst="rect">
            <a:avLst/>
          </a:prstGeom>
          <a:noFill/>
          <a:ln/>
        </p:spPr>
        <p:txBody>
          <a:bodyPr wrap="square" lIns="0" tIns="0" rIns="0" bIns="0" rtlCol="0" anchor="ctr"/>
          <a:lstStyle/>
          <a:p>
            <a:pPr algn="ctr" indent="0" marL="0">
              <a:buNone/>
            </a:pPr>
            <a:r>
              <a:rPr lang="en-US" sz="1100" dirty="0">
                <a:solidFill>
                  <a:srgbClr val="AAAAAA"/>
                </a:solidFill>
                <a:latin typeface="Calibri" pitchFamily="34" charset="0"/>
                <a:ea typeface="Calibri" pitchFamily="34" charset="-122"/>
                <a:cs typeface="Calibri" pitchFamily="34" charset="-120"/>
              </a:rPr>
              <a:t>Car Skins</a:t>
            </a:r>
            <a:endParaRPr lang="en-US" sz="1100" dirty="0"/>
          </a:p>
        </p:txBody>
      </p:sp>
      <p:sp>
        <p:nvSpPr>
          <p:cNvPr id="10" name="Shape 8"/>
          <p:cNvSpPr/>
          <p:nvPr/>
        </p:nvSpPr>
        <p:spPr>
          <a:xfrm>
            <a:off x="5760720" y="1188720"/>
            <a:ext cx="2468880" cy="118872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11" name="Text 9"/>
          <p:cNvSpPr/>
          <p:nvPr/>
        </p:nvSpPr>
        <p:spPr>
          <a:xfrm>
            <a:off x="5760720" y="1234440"/>
            <a:ext cx="2468880" cy="685800"/>
          </a:xfrm>
          <a:prstGeom prst="rect">
            <a:avLst/>
          </a:prstGeom>
          <a:noFill/>
          <a:ln/>
        </p:spPr>
        <p:txBody>
          <a:bodyPr wrap="square" lIns="0" tIns="0" rIns="0" bIns="0" rtlCol="0" anchor="ctr"/>
          <a:lstStyle/>
          <a:p>
            <a:pPr algn="ctr" indent="0" marL="0">
              <a:buNone/>
            </a:pPr>
            <a:r>
              <a:rPr lang="en-US" sz="3600" b="1" dirty="0">
                <a:solidFill>
                  <a:srgbClr val="0072FF"/>
                </a:solidFill>
                <a:latin typeface="Arial Black" pitchFamily="34" charset="0"/>
                <a:ea typeface="Arial Black" pitchFamily="34" charset="-122"/>
                <a:cs typeface="Arial Black" pitchFamily="34" charset="-120"/>
              </a:rPr>
              <a:t>5</a:t>
            </a:r>
            <a:endParaRPr lang="en-US" sz="3600" dirty="0"/>
          </a:p>
        </p:txBody>
      </p:sp>
      <p:sp>
        <p:nvSpPr>
          <p:cNvPr id="12" name="Text 10"/>
          <p:cNvSpPr/>
          <p:nvPr/>
        </p:nvSpPr>
        <p:spPr>
          <a:xfrm>
            <a:off x="5760720" y="1920240"/>
            <a:ext cx="2468880" cy="365760"/>
          </a:xfrm>
          <a:prstGeom prst="rect">
            <a:avLst/>
          </a:prstGeom>
          <a:noFill/>
          <a:ln/>
        </p:spPr>
        <p:txBody>
          <a:bodyPr wrap="square" lIns="0" tIns="0" rIns="0" bIns="0" rtlCol="0" anchor="ctr"/>
          <a:lstStyle/>
          <a:p>
            <a:pPr algn="ctr" indent="0" marL="0">
              <a:buNone/>
            </a:pPr>
            <a:r>
              <a:rPr lang="en-US" sz="1100" dirty="0">
                <a:solidFill>
                  <a:srgbClr val="AAAAAA"/>
                </a:solidFill>
                <a:latin typeface="Calibri" pitchFamily="34" charset="0"/>
                <a:ea typeface="Calibri" pitchFamily="34" charset="-122"/>
                <a:cs typeface="Calibri" pitchFamily="34" charset="-120"/>
              </a:rPr>
              <a:t>Road Themes</a:t>
            </a:r>
            <a:endParaRPr lang="en-US" sz="1100" dirty="0"/>
          </a:p>
        </p:txBody>
      </p:sp>
      <p:sp>
        <p:nvSpPr>
          <p:cNvPr id="13" name="Shape 11"/>
          <p:cNvSpPr/>
          <p:nvPr/>
        </p:nvSpPr>
        <p:spPr>
          <a:xfrm>
            <a:off x="274320" y="2560320"/>
            <a:ext cx="2468880" cy="118872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14" name="Text 12"/>
          <p:cNvSpPr/>
          <p:nvPr/>
        </p:nvSpPr>
        <p:spPr>
          <a:xfrm>
            <a:off x="274320" y="2606040"/>
            <a:ext cx="2468880" cy="685800"/>
          </a:xfrm>
          <a:prstGeom prst="rect">
            <a:avLst/>
          </a:prstGeom>
          <a:noFill/>
          <a:ln/>
        </p:spPr>
        <p:txBody>
          <a:bodyPr wrap="square" lIns="0" tIns="0" rIns="0" bIns="0" rtlCol="0" anchor="ctr"/>
          <a:lstStyle/>
          <a:p>
            <a:pPr algn="ctr" indent="0" marL="0">
              <a:buNone/>
            </a:pPr>
            <a:r>
              <a:rPr lang="en-US" sz="3600" b="1" dirty="0">
                <a:solidFill>
                  <a:srgbClr val="FFD700"/>
                </a:solidFill>
                <a:latin typeface="Arial Black" pitchFamily="34" charset="0"/>
                <a:ea typeface="Arial Black" pitchFamily="34" charset="-122"/>
                <a:cs typeface="Arial Black" pitchFamily="34" charset="-120"/>
              </a:rPr>
              <a:t>7</a:t>
            </a:r>
            <a:endParaRPr lang="en-US" sz="3600" dirty="0"/>
          </a:p>
        </p:txBody>
      </p:sp>
      <p:sp>
        <p:nvSpPr>
          <p:cNvPr id="15" name="Text 13"/>
          <p:cNvSpPr/>
          <p:nvPr/>
        </p:nvSpPr>
        <p:spPr>
          <a:xfrm>
            <a:off x="274320" y="3291840"/>
            <a:ext cx="2468880" cy="365760"/>
          </a:xfrm>
          <a:prstGeom prst="rect">
            <a:avLst/>
          </a:prstGeom>
          <a:noFill/>
          <a:ln/>
        </p:spPr>
        <p:txBody>
          <a:bodyPr wrap="square" lIns="0" tIns="0" rIns="0" bIns="0" rtlCol="0" anchor="ctr"/>
          <a:lstStyle/>
          <a:p>
            <a:pPr algn="ctr" indent="0" marL="0">
              <a:buNone/>
            </a:pPr>
            <a:r>
              <a:rPr lang="en-US" sz="1100" dirty="0">
                <a:solidFill>
                  <a:srgbClr val="AAAAAA"/>
                </a:solidFill>
                <a:latin typeface="Calibri" pitchFamily="34" charset="0"/>
                <a:ea typeface="Calibri" pitchFamily="34" charset="-122"/>
                <a:cs typeface="Calibri" pitchFamily="34" charset="-120"/>
              </a:rPr>
              <a:t>Power-Up Types</a:t>
            </a:r>
            <a:endParaRPr lang="en-US" sz="1100" dirty="0"/>
          </a:p>
        </p:txBody>
      </p:sp>
      <p:sp>
        <p:nvSpPr>
          <p:cNvPr id="16" name="Shape 14"/>
          <p:cNvSpPr/>
          <p:nvPr/>
        </p:nvSpPr>
        <p:spPr>
          <a:xfrm>
            <a:off x="3017520" y="2560320"/>
            <a:ext cx="2468880" cy="118872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17" name="Text 15"/>
          <p:cNvSpPr/>
          <p:nvPr/>
        </p:nvSpPr>
        <p:spPr>
          <a:xfrm>
            <a:off x="3017520" y="2606040"/>
            <a:ext cx="2468880" cy="685800"/>
          </a:xfrm>
          <a:prstGeom prst="rect">
            <a:avLst/>
          </a:prstGeom>
          <a:noFill/>
          <a:ln/>
        </p:spPr>
        <p:txBody>
          <a:bodyPr wrap="square" lIns="0" tIns="0" rIns="0" bIns="0" rtlCol="0" anchor="ctr"/>
          <a:lstStyle/>
          <a:p>
            <a:pPr algn="ctr" indent="0" marL="0">
              <a:buNone/>
            </a:pPr>
            <a:r>
              <a:rPr lang="en-US" sz="3600" b="1" dirty="0">
                <a:solidFill>
                  <a:srgbClr val="2ECC71"/>
                </a:solidFill>
                <a:latin typeface="Arial Black" pitchFamily="34" charset="0"/>
                <a:ea typeface="Arial Black" pitchFamily="34" charset="-122"/>
                <a:cs typeface="Arial Black" pitchFamily="34" charset="-120"/>
              </a:rPr>
              <a:t>2</a:t>
            </a:r>
            <a:endParaRPr lang="en-US" sz="3600" dirty="0"/>
          </a:p>
        </p:txBody>
      </p:sp>
      <p:sp>
        <p:nvSpPr>
          <p:cNvPr id="18" name="Text 16"/>
          <p:cNvSpPr/>
          <p:nvPr/>
        </p:nvSpPr>
        <p:spPr>
          <a:xfrm>
            <a:off x="3017520" y="3291840"/>
            <a:ext cx="2468880" cy="365760"/>
          </a:xfrm>
          <a:prstGeom prst="rect">
            <a:avLst/>
          </a:prstGeom>
          <a:noFill/>
          <a:ln/>
        </p:spPr>
        <p:txBody>
          <a:bodyPr wrap="square" lIns="0" tIns="0" rIns="0" bIns="0" rtlCol="0" anchor="ctr"/>
          <a:lstStyle/>
          <a:p>
            <a:pPr algn="ctr" indent="0" marL="0">
              <a:buNone/>
            </a:pPr>
            <a:r>
              <a:rPr lang="en-US" sz="1100" dirty="0">
                <a:solidFill>
                  <a:srgbClr val="AAAAAA"/>
                </a:solidFill>
                <a:latin typeface="Calibri" pitchFamily="34" charset="0"/>
                <a:ea typeface="Calibri" pitchFamily="34" charset="-122"/>
                <a:cs typeface="Calibri" pitchFamily="34" charset="-120"/>
              </a:rPr>
              <a:t>Currency Types</a:t>
            </a:r>
            <a:endParaRPr lang="en-US" sz="1100" dirty="0"/>
          </a:p>
        </p:txBody>
      </p:sp>
      <p:sp>
        <p:nvSpPr>
          <p:cNvPr id="19" name="Shape 17"/>
          <p:cNvSpPr/>
          <p:nvPr/>
        </p:nvSpPr>
        <p:spPr>
          <a:xfrm>
            <a:off x="5760720" y="2560320"/>
            <a:ext cx="2468880" cy="118872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20" name="Text 18"/>
          <p:cNvSpPr/>
          <p:nvPr/>
        </p:nvSpPr>
        <p:spPr>
          <a:xfrm>
            <a:off x="5760720" y="2606040"/>
            <a:ext cx="2468880" cy="685800"/>
          </a:xfrm>
          <a:prstGeom prst="rect">
            <a:avLst/>
          </a:prstGeom>
          <a:noFill/>
          <a:ln/>
        </p:spPr>
        <p:txBody>
          <a:bodyPr wrap="square" lIns="0" tIns="0" rIns="0" bIns="0" rtlCol="0" anchor="ctr"/>
          <a:lstStyle/>
          <a:p>
            <a:pPr algn="ctr" indent="0" marL="0">
              <a:buNone/>
            </a:pPr>
            <a:r>
              <a:rPr lang="en-US" sz="3600" b="1" dirty="0">
                <a:solidFill>
                  <a:srgbClr val="E67E22"/>
                </a:solidFill>
                <a:latin typeface="Arial Black" pitchFamily="34" charset="0"/>
                <a:ea typeface="Arial Black" pitchFamily="34" charset="-122"/>
                <a:cs typeface="Arial Black" pitchFamily="34" charset="-120"/>
              </a:rPr>
              <a:t>3</a:t>
            </a:r>
            <a:endParaRPr lang="en-US" sz="3600" dirty="0"/>
          </a:p>
        </p:txBody>
      </p:sp>
      <p:sp>
        <p:nvSpPr>
          <p:cNvPr id="21" name="Text 19"/>
          <p:cNvSpPr/>
          <p:nvPr/>
        </p:nvSpPr>
        <p:spPr>
          <a:xfrm>
            <a:off x="5760720" y="3291840"/>
            <a:ext cx="2468880" cy="365760"/>
          </a:xfrm>
          <a:prstGeom prst="rect">
            <a:avLst/>
          </a:prstGeom>
          <a:noFill/>
          <a:ln/>
        </p:spPr>
        <p:txBody>
          <a:bodyPr wrap="square" lIns="0" tIns="0" rIns="0" bIns="0" rtlCol="0" anchor="ctr"/>
          <a:lstStyle/>
          <a:p>
            <a:pPr algn="ctr" indent="0" marL="0">
              <a:buNone/>
            </a:pPr>
            <a:r>
              <a:rPr lang="en-US" sz="1100" dirty="0">
                <a:solidFill>
                  <a:srgbClr val="AAAAAA"/>
                </a:solidFill>
                <a:latin typeface="Calibri" pitchFamily="34" charset="0"/>
                <a:ea typeface="Calibri" pitchFamily="34" charset="-122"/>
                <a:cs typeface="Calibri" pitchFamily="34" charset="-120"/>
              </a:rPr>
              <a:t>Fuel Tank Variants</a:t>
            </a:r>
            <a:endParaRPr lang="en-US" sz="1100" dirty="0"/>
          </a:p>
        </p:txBody>
      </p:sp>
      <p:sp>
        <p:nvSpPr>
          <p:cNvPr id="22" name="Shape 20"/>
          <p:cNvSpPr/>
          <p:nvPr/>
        </p:nvSpPr>
        <p:spPr>
          <a:xfrm>
            <a:off x="274320" y="3931920"/>
            <a:ext cx="8595360" cy="1005840"/>
          </a:xfrm>
          <a:prstGeom prst="rect">
            <a:avLst/>
          </a:prstGeom>
          <a:solidFill>
            <a:srgbClr val="161622"/>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23" name="Text 21"/>
          <p:cNvSpPr/>
          <p:nvPr/>
        </p:nvSpPr>
        <p:spPr>
          <a:xfrm>
            <a:off x="502920" y="4023360"/>
            <a:ext cx="3657600" cy="274320"/>
          </a:xfrm>
          <a:prstGeom prst="rect">
            <a:avLst/>
          </a:prstGeom>
          <a:noFill/>
          <a:ln/>
        </p:spPr>
        <p:txBody>
          <a:bodyPr wrap="square" lIns="0" tIns="0" rIns="0" bIns="0" rtlCol="0" anchor="ctr"/>
          <a:lstStyle/>
          <a:p>
            <a:pPr indent="0" marL="0">
              <a:buNone/>
            </a:pPr>
            <a:r>
              <a:rPr lang="en-US" sz="1300" dirty="0">
                <a:solidFill>
                  <a:srgbClr val="FFFFFF"/>
                </a:solidFill>
                <a:latin typeface="Arial Black" pitchFamily="34" charset="0"/>
                <a:ea typeface="Arial Black" pitchFamily="34" charset="-122"/>
                <a:cs typeface="Arial Black" pitchFamily="34" charset="-120"/>
              </a:rPr>
              <a:t>Codebase Highlights</a:t>
            </a:r>
            <a:endParaRPr lang="en-US" sz="1300" dirty="0"/>
          </a:p>
        </p:txBody>
      </p:sp>
      <p:sp>
        <p:nvSpPr>
          <p:cNvPr id="24" name="Text 22"/>
          <p:cNvSpPr/>
          <p:nvPr/>
        </p:nvSpPr>
        <p:spPr>
          <a:xfrm>
            <a:off x="502920" y="4315968"/>
            <a:ext cx="2011680" cy="274320"/>
          </a:xfrm>
          <a:prstGeom prst="rect">
            <a:avLst/>
          </a:prstGeom>
          <a:noFill/>
          <a:ln/>
        </p:spPr>
        <p:txBody>
          <a:bodyPr wrap="square" lIns="0" tIns="0" rIns="0" bIns="0" rtlCol="0" anchor="ctr"/>
          <a:lstStyle/>
          <a:p>
            <a:pPr indent="0" marL="0">
              <a:buNone/>
            </a:pPr>
            <a:r>
              <a:rPr lang="en-US" sz="1300" dirty="0">
                <a:solidFill>
                  <a:srgbClr val="00D4FF"/>
                </a:solidFill>
                <a:latin typeface="Arial Black" pitchFamily="34" charset="0"/>
                <a:ea typeface="Arial Black" pitchFamily="34" charset="-122"/>
                <a:cs typeface="Arial Black" pitchFamily="34" charset="-120"/>
              </a:rPr>
              <a:t>~800+ lines</a:t>
            </a:r>
            <a:endParaRPr lang="en-US" sz="1300" dirty="0"/>
          </a:p>
        </p:txBody>
      </p:sp>
      <p:sp>
        <p:nvSpPr>
          <p:cNvPr id="25" name="Text 23"/>
          <p:cNvSpPr/>
          <p:nvPr/>
        </p:nvSpPr>
        <p:spPr>
          <a:xfrm>
            <a:off x="502920" y="4572000"/>
            <a:ext cx="2011680" cy="228600"/>
          </a:xfrm>
          <a:prstGeom prst="rect">
            <a:avLst/>
          </a:prstGeom>
          <a:noFill/>
          <a:ln/>
        </p:spPr>
        <p:txBody>
          <a:bodyPr wrap="square" lIns="0" tIns="0" rIns="0" bIns="0" rtlCol="0" anchor="ctr"/>
          <a:lstStyle/>
          <a:p>
            <a:pPr indent="0" marL="0">
              <a:buNone/>
            </a:pPr>
            <a:r>
              <a:rPr lang="en-US" sz="950" dirty="0">
                <a:solidFill>
                  <a:srgbClr val="8899A6"/>
                </a:solidFill>
                <a:latin typeface="Calibri" pitchFamily="34" charset="0"/>
                <a:ea typeface="Calibri" pitchFamily="34" charset="-122"/>
                <a:cs typeface="Calibri" pitchFamily="34" charset="-120"/>
              </a:rPr>
              <a:t>of JavaScript</a:t>
            </a:r>
            <a:endParaRPr lang="en-US" sz="950" dirty="0"/>
          </a:p>
        </p:txBody>
      </p:sp>
      <p:sp>
        <p:nvSpPr>
          <p:cNvPr id="26" name="Text 24"/>
          <p:cNvSpPr/>
          <p:nvPr/>
        </p:nvSpPr>
        <p:spPr>
          <a:xfrm>
            <a:off x="2651760" y="4315968"/>
            <a:ext cx="2011680" cy="274320"/>
          </a:xfrm>
          <a:prstGeom prst="rect">
            <a:avLst/>
          </a:prstGeom>
          <a:noFill/>
          <a:ln/>
        </p:spPr>
        <p:txBody>
          <a:bodyPr wrap="square" lIns="0" tIns="0" rIns="0" bIns="0" rtlCol="0" anchor="ctr"/>
          <a:lstStyle/>
          <a:p>
            <a:pPr indent="0" marL="0">
              <a:buNone/>
            </a:pPr>
            <a:r>
              <a:rPr lang="en-US" sz="1300" dirty="0">
                <a:solidFill>
                  <a:srgbClr val="00D4FF"/>
                </a:solidFill>
                <a:latin typeface="Arial Black" pitchFamily="34" charset="0"/>
                <a:ea typeface="Arial Black" pitchFamily="34" charset="-122"/>
                <a:cs typeface="Arial Black" pitchFamily="34" charset="-120"/>
              </a:rPr>
              <a:t>CSS Variables</a:t>
            </a:r>
            <a:endParaRPr lang="en-US" sz="1300" dirty="0"/>
          </a:p>
        </p:txBody>
      </p:sp>
      <p:sp>
        <p:nvSpPr>
          <p:cNvPr id="27" name="Text 25"/>
          <p:cNvSpPr/>
          <p:nvPr/>
        </p:nvSpPr>
        <p:spPr>
          <a:xfrm>
            <a:off x="2651760" y="4572000"/>
            <a:ext cx="2011680" cy="228600"/>
          </a:xfrm>
          <a:prstGeom prst="rect">
            <a:avLst/>
          </a:prstGeom>
          <a:noFill/>
          <a:ln/>
        </p:spPr>
        <p:txBody>
          <a:bodyPr wrap="square" lIns="0" tIns="0" rIns="0" bIns="0" rtlCol="0" anchor="ctr"/>
          <a:lstStyle/>
          <a:p>
            <a:pPr indent="0" marL="0">
              <a:buNone/>
            </a:pPr>
            <a:r>
              <a:rPr lang="en-US" sz="950" dirty="0">
                <a:solidFill>
                  <a:srgbClr val="8899A6"/>
                </a:solidFill>
                <a:latin typeface="Calibri" pitchFamily="34" charset="0"/>
                <a:ea typeface="Calibri" pitchFamily="34" charset="-122"/>
                <a:cs typeface="Calibri" pitchFamily="34" charset="-120"/>
              </a:rPr>
              <a:t>for theming</a:t>
            </a:r>
            <a:endParaRPr lang="en-US" sz="950" dirty="0"/>
          </a:p>
        </p:txBody>
      </p:sp>
      <p:sp>
        <p:nvSpPr>
          <p:cNvPr id="28" name="Text 26"/>
          <p:cNvSpPr/>
          <p:nvPr/>
        </p:nvSpPr>
        <p:spPr>
          <a:xfrm>
            <a:off x="4800600" y="4315968"/>
            <a:ext cx="2011680" cy="274320"/>
          </a:xfrm>
          <a:prstGeom prst="rect">
            <a:avLst/>
          </a:prstGeom>
          <a:noFill/>
          <a:ln/>
        </p:spPr>
        <p:txBody>
          <a:bodyPr wrap="square" lIns="0" tIns="0" rIns="0" bIns="0" rtlCol="0" anchor="ctr"/>
          <a:lstStyle/>
          <a:p>
            <a:pPr indent="0" marL="0">
              <a:buNone/>
            </a:pPr>
            <a:r>
              <a:rPr lang="en-US" sz="1300" dirty="0">
                <a:solidFill>
                  <a:srgbClr val="00D4FF"/>
                </a:solidFill>
                <a:latin typeface="Arial Black" pitchFamily="34" charset="0"/>
                <a:ea typeface="Arial Black" pitchFamily="34" charset="-122"/>
                <a:cs typeface="Arial Black" pitchFamily="34" charset="-120"/>
              </a:rPr>
              <a:t>Mobile-First</a:t>
            </a:r>
            <a:endParaRPr lang="en-US" sz="1300" dirty="0"/>
          </a:p>
        </p:txBody>
      </p:sp>
      <p:sp>
        <p:nvSpPr>
          <p:cNvPr id="29" name="Text 27"/>
          <p:cNvSpPr/>
          <p:nvPr/>
        </p:nvSpPr>
        <p:spPr>
          <a:xfrm>
            <a:off x="4800600" y="4572000"/>
            <a:ext cx="2011680" cy="228600"/>
          </a:xfrm>
          <a:prstGeom prst="rect">
            <a:avLst/>
          </a:prstGeom>
          <a:noFill/>
          <a:ln/>
        </p:spPr>
        <p:txBody>
          <a:bodyPr wrap="square" lIns="0" tIns="0" rIns="0" bIns="0" rtlCol="0" anchor="ctr"/>
          <a:lstStyle/>
          <a:p>
            <a:pPr indent="0" marL="0">
              <a:buNone/>
            </a:pPr>
            <a:r>
              <a:rPr lang="en-US" sz="950" dirty="0">
                <a:solidFill>
                  <a:srgbClr val="8899A6"/>
                </a:solidFill>
                <a:latin typeface="Calibri" pitchFamily="34" charset="0"/>
                <a:ea typeface="Calibri" pitchFamily="34" charset="-122"/>
                <a:cs typeface="Calibri" pitchFamily="34" charset="-120"/>
              </a:rPr>
              <a:t>touch support</a:t>
            </a:r>
            <a:endParaRPr lang="en-US" sz="950" dirty="0"/>
          </a:p>
        </p:txBody>
      </p:sp>
      <p:sp>
        <p:nvSpPr>
          <p:cNvPr id="30" name="Text 28"/>
          <p:cNvSpPr/>
          <p:nvPr/>
        </p:nvSpPr>
        <p:spPr>
          <a:xfrm>
            <a:off x="6949440" y="4315968"/>
            <a:ext cx="2011680" cy="274320"/>
          </a:xfrm>
          <a:prstGeom prst="rect">
            <a:avLst/>
          </a:prstGeom>
          <a:noFill/>
          <a:ln/>
        </p:spPr>
        <p:txBody>
          <a:bodyPr wrap="square" lIns="0" tIns="0" rIns="0" bIns="0" rtlCol="0" anchor="ctr"/>
          <a:lstStyle/>
          <a:p>
            <a:pPr indent="0" marL="0">
              <a:buNone/>
            </a:pPr>
            <a:r>
              <a:rPr lang="en-US" sz="1300" dirty="0">
                <a:solidFill>
                  <a:srgbClr val="00D4FF"/>
                </a:solidFill>
                <a:latin typeface="Arial Black" pitchFamily="34" charset="0"/>
                <a:ea typeface="Arial Black" pitchFamily="34" charset="-122"/>
                <a:cs typeface="Arial Black" pitchFamily="34" charset="-120"/>
              </a:rPr>
              <a:t>Zero Libraries</a:t>
            </a:r>
            <a:endParaRPr lang="en-US" sz="1300" dirty="0"/>
          </a:p>
        </p:txBody>
      </p:sp>
      <p:sp>
        <p:nvSpPr>
          <p:cNvPr id="31" name="Text 29"/>
          <p:cNvSpPr/>
          <p:nvPr/>
        </p:nvSpPr>
        <p:spPr>
          <a:xfrm>
            <a:off x="6949440" y="4572000"/>
            <a:ext cx="2011680" cy="228600"/>
          </a:xfrm>
          <a:prstGeom prst="rect">
            <a:avLst/>
          </a:prstGeom>
          <a:noFill/>
          <a:ln/>
        </p:spPr>
        <p:txBody>
          <a:bodyPr wrap="square" lIns="0" tIns="0" rIns="0" bIns="0" rtlCol="0" anchor="ctr"/>
          <a:lstStyle/>
          <a:p>
            <a:pPr indent="0" marL="0">
              <a:buNone/>
            </a:pPr>
            <a:r>
              <a:rPr lang="en-US" sz="950" dirty="0">
                <a:solidFill>
                  <a:srgbClr val="8899A6"/>
                </a:solidFill>
                <a:latin typeface="Calibri" pitchFamily="34" charset="0"/>
                <a:ea typeface="Calibri" pitchFamily="34" charset="-122"/>
                <a:cs typeface="Calibri" pitchFamily="34" charset="-120"/>
              </a:rPr>
              <a:t>pure vanilla JS</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50508"/>
        </a:solidFill>
      </p:bgPr>
    </p:bg>
    <p:spTree>
      <p:nvGrpSpPr>
        <p:cNvPr id="1" name=""/>
        <p:cNvGrpSpPr/>
        <p:nvPr/>
      </p:nvGrpSpPr>
      <p:grpSpPr>
        <a:xfrm>
          <a:off x="0" y="0"/>
          <a:ext cx="0" cy="0"/>
          <a:chOff x="0" y="0"/>
          <a:chExt cx="0" cy="0"/>
        </a:xfrm>
      </p:grpSpPr>
      <p:sp>
        <p:nvSpPr>
          <p:cNvPr id="2" name="Shape 0"/>
          <p:cNvSpPr/>
          <p:nvPr/>
        </p:nvSpPr>
        <p:spPr>
          <a:xfrm>
            <a:off x="0" y="0"/>
            <a:ext cx="0" cy="5143500"/>
          </a:xfrm>
          <a:prstGeom prst="line">
            <a:avLst/>
          </a:prstGeom>
          <a:noFill/>
          <a:ln w="3810">
            <a:solidFill>
              <a:srgbClr val="00D4FF">
                <a:alpha val="8000"/>
              </a:srgbClr>
            </a:solidFill>
            <a:prstDash val="solid"/>
          </a:ln>
        </p:spPr>
      </p:sp>
      <p:sp>
        <p:nvSpPr>
          <p:cNvPr id="3" name="Shape 1"/>
          <p:cNvSpPr/>
          <p:nvPr/>
        </p:nvSpPr>
        <p:spPr>
          <a:xfrm>
            <a:off x="0" y="0"/>
            <a:ext cx="9144000" cy="0"/>
          </a:xfrm>
          <a:prstGeom prst="line">
            <a:avLst/>
          </a:prstGeom>
          <a:noFill/>
          <a:ln w="3810">
            <a:solidFill>
              <a:srgbClr val="00D4FF">
                <a:alpha val="8000"/>
              </a:srgbClr>
            </a:solidFill>
            <a:prstDash val="solid"/>
          </a:ln>
        </p:spPr>
      </p:sp>
      <p:sp>
        <p:nvSpPr>
          <p:cNvPr id="4" name="Shape 2"/>
          <p:cNvSpPr/>
          <p:nvPr/>
        </p:nvSpPr>
        <p:spPr>
          <a:xfrm>
            <a:off x="457200" y="0"/>
            <a:ext cx="0" cy="5143500"/>
          </a:xfrm>
          <a:prstGeom prst="line">
            <a:avLst/>
          </a:prstGeom>
          <a:noFill/>
          <a:ln w="3810">
            <a:solidFill>
              <a:srgbClr val="00D4FF">
                <a:alpha val="8000"/>
              </a:srgbClr>
            </a:solidFill>
            <a:prstDash val="solid"/>
          </a:ln>
        </p:spPr>
      </p:sp>
      <p:sp>
        <p:nvSpPr>
          <p:cNvPr id="5" name="Shape 3"/>
          <p:cNvSpPr/>
          <p:nvPr/>
        </p:nvSpPr>
        <p:spPr>
          <a:xfrm>
            <a:off x="0" y="256032"/>
            <a:ext cx="9144000" cy="0"/>
          </a:xfrm>
          <a:prstGeom prst="line">
            <a:avLst/>
          </a:prstGeom>
          <a:noFill/>
          <a:ln w="3810">
            <a:solidFill>
              <a:srgbClr val="00D4FF">
                <a:alpha val="8000"/>
              </a:srgbClr>
            </a:solidFill>
            <a:prstDash val="solid"/>
          </a:ln>
        </p:spPr>
      </p:sp>
      <p:sp>
        <p:nvSpPr>
          <p:cNvPr id="6" name="Shape 4"/>
          <p:cNvSpPr/>
          <p:nvPr/>
        </p:nvSpPr>
        <p:spPr>
          <a:xfrm>
            <a:off x="914400" y="0"/>
            <a:ext cx="0" cy="5143500"/>
          </a:xfrm>
          <a:prstGeom prst="line">
            <a:avLst/>
          </a:prstGeom>
          <a:noFill/>
          <a:ln w="3810">
            <a:solidFill>
              <a:srgbClr val="00D4FF">
                <a:alpha val="8000"/>
              </a:srgbClr>
            </a:solidFill>
            <a:prstDash val="solid"/>
          </a:ln>
        </p:spPr>
      </p:sp>
      <p:sp>
        <p:nvSpPr>
          <p:cNvPr id="7" name="Shape 5"/>
          <p:cNvSpPr/>
          <p:nvPr/>
        </p:nvSpPr>
        <p:spPr>
          <a:xfrm>
            <a:off x="0" y="512064"/>
            <a:ext cx="9144000" cy="0"/>
          </a:xfrm>
          <a:prstGeom prst="line">
            <a:avLst/>
          </a:prstGeom>
          <a:noFill/>
          <a:ln w="3810">
            <a:solidFill>
              <a:srgbClr val="00D4FF">
                <a:alpha val="8000"/>
              </a:srgbClr>
            </a:solidFill>
            <a:prstDash val="solid"/>
          </a:ln>
        </p:spPr>
      </p:sp>
      <p:sp>
        <p:nvSpPr>
          <p:cNvPr id="8" name="Shape 6"/>
          <p:cNvSpPr/>
          <p:nvPr/>
        </p:nvSpPr>
        <p:spPr>
          <a:xfrm>
            <a:off x="1371600" y="0"/>
            <a:ext cx="0" cy="5143500"/>
          </a:xfrm>
          <a:prstGeom prst="line">
            <a:avLst/>
          </a:prstGeom>
          <a:noFill/>
          <a:ln w="3810">
            <a:solidFill>
              <a:srgbClr val="00D4FF">
                <a:alpha val="8000"/>
              </a:srgbClr>
            </a:solidFill>
            <a:prstDash val="solid"/>
          </a:ln>
        </p:spPr>
      </p:sp>
      <p:sp>
        <p:nvSpPr>
          <p:cNvPr id="9" name="Shape 7"/>
          <p:cNvSpPr/>
          <p:nvPr/>
        </p:nvSpPr>
        <p:spPr>
          <a:xfrm>
            <a:off x="0" y="768096"/>
            <a:ext cx="9144000" cy="0"/>
          </a:xfrm>
          <a:prstGeom prst="line">
            <a:avLst/>
          </a:prstGeom>
          <a:noFill/>
          <a:ln w="3810">
            <a:solidFill>
              <a:srgbClr val="00D4FF">
                <a:alpha val="8000"/>
              </a:srgbClr>
            </a:solidFill>
            <a:prstDash val="solid"/>
          </a:ln>
        </p:spPr>
      </p:sp>
      <p:sp>
        <p:nvSpPr>
          <p:cNvPr id="10" name="Shape 8"/>
          <p:cNvSpPr/>
          <p:nvPr/>
        </p:nvSpPr>
        <p:spPr>
          <a:xfrm>
            <a:off x="1828800" y="0"/>
            <a:ext cx="0" cy="5143500"/>
          </a:xfrm>
          <a:prstGeom prst="line">
            <a:avLst/>
          </a:prstGeom>
          <a:noFill/>
          <a:ln w="3810">
            <a:solidFill>
              <a:srgbClr val="00D4FF">
                <a:alpha val="8000"/>
              </a:srgbClr>
            </a:solidFill>
            <a:prstDash val="solid"/>
          </a:ln>
        </p:spPr>
      </p:sp>
      <p:sp>
        <p:nvSpPr>
          <p:cNvPr id="11" name="Shape 9"/>
          <p:cNvSpPr/>
          <p:nvPr/>
        </p:nvSpPr>
        <p:spPr>
          <a:xfrm>
            <a:off x="0" y="1024128"/>
            <a:ext cx="9144000" cy="0"/>
          </a:xfrm>
          <a:prstGeom prst="line">
            <a:avLst/>
          </a:prstGeom>
          <a:noFill/>
          <a:ln w="3810">
            <a:solidFill>
              <a:srgbClr val="00D4FF">
                <a:alpha val="8000"/>
              </a:srgbClr>
            </a:solidFill>
            <a:prstDash val="solid"/>
          </a:ln>
        </p:spPr>
      </p:sp>
      <p:sp>
        <p:nvSpPr>
          <p:cNvPr id="12" name="Shape 10"/>
          <p:cNvSpPr/>
          <p:nvPr/>
        </p:nvSpPr>
        <p:spPr>
          <a:xfrm>
            <a:off x="2286000" y="0"/>
            <a:ext cx="0" cy="5143500"/>
          </a:xfrm>
          <a:prstGeom prst="line">
            <a:avLst/>
          </a:prstGeom>
          <a:noFill/>
          <a:ln w="3810">
            <a:solidFill>
              <a:srgbClr val="00D4FF">
                <a:alpha val="8000"/>
              </a:srgbClr>
            </a:solidFill>
            <a:prstDash val="solid"/>
          </a:ln>
        </p:spPr>
      </p:sp>
      <p:sp>
        <p:nvSpPr>
          <p:cNvPr id="13" name="Shape 11"/>
          <p:cNvSpPr/>
          <p:nvPr/>
        </p:nvSpPr>
        <p:spPr>
          <a:xfrm>
            <a:off x="0" y="1280160"/>
            <a:ext cx="9144000" cy="0"/>
          </a:xfrm>
          <a:prstGeom prst="line">
            <a:avLst/>
          </a:prstGeom>
          <a:noFill/>
          <a:ln w="3810">
            <a:solidFill>
              <a:srgbClr val="00D4FF">
                <a:alpha val="8000"/>
              </a:srgbClr>
            </a:solidFill>
            <a:prstDash val="solid"/>
          </a:ln>
        </p:spPr>
      </p:sp>
      <p:sp>
        <p:nvSpPr>
          <p:cNvPr id="14" name="Shape 12"/>
          <p:cNvSpPr/>
          <p:nvPr/>
        </p:nvSpPr>
        <p:spPr>
          <a:xfrm>
            <a:off x="2743200" y="0"/>
            <a:ext cx="0" cy="5143500"/>
          </a:xfrm>
          <a:prstGeom prst="line">
            <a:avLst/>
          </a:prstGeom>
          <a:noFill/>
          <a:ln w="3810">
            <a:solidFill>
              <a:srgbClr val="00D4FF">
                <a:alpha val="8000"/>
              </a:srgbClr>
            </a:solidFill>
            <a:prstDash val="solid"/>
          </a:ln>
        </p:spPr>
      </p:sp>
      <p:sp>
        <p:nvSpPr>
          <p:cNvPr id="15" name="Shape 13"/>
          <p:cNvSpPr/>
          <p:nvPr/>
        </p:nvSpPr>
        <p:spPr>
          <a:xfrm>
            <a:off x="0" y="1536192"/>
            <a:ext cx="9144000" cy="0"/>
          </a:xfrm>
          <a:prstGeom prst="line">
            <a:avLst/>
          </a:prstGeom>
          <a:noFill/>
          <a:ln w="3810">
            <a:solidFill>
              <a:srgbClr val="00D4FF">
                <a:alpha val="8000"/>
              </a:srgbClr>
            </a:solidFill>
            <a:prstDash val="solid"/>
          </a:ln>
        </p:spPr>
      </p:sp>
      <p:sp>
        <p:nvSpPr>
          <p:cNvPr id="16" name="Shape 14"/>
          <p:cNvSpPr/>
          <p:nvPr/>
        </p:nvSpPr>
        <p:spPr>
          <a:xfrm>
            <a:off x="3200400" y="0"/>
            <a:ext cx="0" cy="5143500"/>
          </a:xfrm>
          <a:prstGeom prst="line">
            <a:avLst/>
          </a:prstGeom>
          <a:noFill/>
          <a:ln w="3810">
            <a:solidFill>
              <a:srgbClr val="00D4FF">
                <a:alpha val="8000"/>
              </a:srgbClr>
            </a:solidFill>
            <a:prstDash val="solid"/>
          </a:ln>
        </p:spPr>
      </p:sp>
      <p:sp>
        <p:nvSpPr>
          <p:cNvPr id="17" name="Shape 15"/>
          <p:cNvSpPr/>
          <p:nvPr/>
        </p:nvSpPr>
        <p:spPr>
          <a:xfrm>
            <a:off x="0" y="1792224"/>
            <a:ext cx="9144000" cy="0"/>
          </a:xfrm>
          <a:prstGeom prst="line">
            <a:avLst/>
          </a:prstGeom>
          <a:noFill/>
          <a:ln w="3810">
            <a:solidFill>
              <a:srgbClr val="00D4FF">
                <a:alpha val="8000"/>
              </a:srgbClr>
            </a:solidFill>
            <a:prstDash val="solid"/>
          </a:ln>
        </p:spPr>
      </p:sp>
      <p:sp>
        <p:nvSpPr>
          <p:cNvPr id="18" name="Shape 16"/>
          <p:cNvSpPr/>
          <p:nvPr/>
        </p:nvSpPr>
        <p:spPr>
          <a:xfrm>
            <a:off x="3657600" y="0"/>
            <a:ext cx="0" cy="5143500"/>
          </a:xfrm>
          <a:prstGeom prst="line">
            <a:avLst/>
          </a:prstGeom>
          <a:noFill/>
          <a:ln w="3810">
            <a:solidFill>
              <a:srgbClr val="00D4FF">
                <a:alpha val="8000"/>
              </a:srgbClr>
            </a:solidFill>
            <a:prstDash val="solid"/>
          </a:ln>
        </p:spPr>
      </p:sp>
      <p:sp>
        <p:nvSpPr>
          <p:cNvPr id="19" name="Shape 17"/>
          <p:cNvSpPr/>
          <p:nvPr/>
        </p:nvSpPr>
        <p:spPr>
          <a:xfrm>
            <a:off x="0" y="2048256"/>
            <a:ext cx="9144000" cy="0"/>
          </a:xfrm>
          <a:prstGeom prst="line">
            <a:avLst/>
          </a:prstGeom>
          <a:noFill/>
          <a:ln w="3810">
            <a:solidFill>
              <a:srgbClr val="00D4FF">
                <a:alpha val="8000"/>
              </a:srgbClr>
            </a:solidFill>
            <a:prstDash val="solid"/>
          </a:ln>
        </p:spPr>
      </p:sp>
      <p:sp>
        <p:nvSpPr>
          <p:cNvPr id="20" name="Shape 18"/>
          <p:cNvSpPr/>
          <p:nvPr/>
        </p:nvSpPr>
        <p:spPr>
          <a:xfrm>
            <a:off x="4114800" y="0"/>
            <a:ext cx="0" cy="5143500"/>
          </a:xfrm>
          <a:prstGeom prst="line">
            <a:avLst/>
          </a:prstGeom>
          <a:noFill/>
          <a:ln w="3810">
            <a:solidFill>
              <a:srgbClr val="00D4FF">
                <a:alpha val="8000"/>
              </a:srgbClr>
            </a:solidFill>
            <a:prstDash val="solid"/>
          </a:ln>
        </p:spPr>
      </p:sp>
      <p:sp>
        <p:nvSpPr>
          <p:cNvPr id="21" name="Shape 19"/>
          <p:cNvSpPr/>
          <p:nvPr/>
        </p:nvSpPr>
        <p:spPr>
          <a:xfrm>
            <a:off x="0" y="2304288"/>
            <a:ext cx="9144000" cy="0"/>
          </a:xfrm>
          <a:prstGeom prst="line">
            <a:avLst/>
          </a:prstGeom>
          <a:noFill/>
          <a:ln w="3810">
            <a:solidFill>
              <a:srgbClr val="00D4FF">
                <a:alpha val="8000"/>
              </a:srgbClr>
            </a:solidFill>
            <a:prstDash val="solid"/>
          </a:ln>
        </p:spPr>
      </p:sp>
      <p:sp>
        <p:nvSpPr>
          <p:cNvPr id="22" name="Shape 20"/>
          <p:cNvSpPr/>
          <p:nvPr/>
        </p:nvSpPr>
        <p:spPr>
          <a:xfrm>
            <a:off x="4572000" y="0"/>
            <a:ext cx="0" cy="5143500"/>
          </a:xfrm>
          <a:prstGeom prst="line">
            <a:avLst/>
          </a:prstGeom>
          <a:noFill/>
          <a:ln w="3810">
            <a:solidFill>
              <a:srgbClr val="00D4FF">
                <a:alpha val="8000"/>
              </a:srgbClr>
            </a:solidFill>
            <a:prstDash val="solid"/>
          </a:ln>
        </p:spPr>
      </p:sp>
      <p:sp>
        <p:nvSpPr>
          <p:cNvPr id="23" name="Shape 21"/>
          <p:cNvSpPr/>
          <p:nvPr/>
        </p:nvSpPr>
        <p:spPr>
          <a:xfrm>
            <a:off x="0" y="2560320"/>
            <a:ext cx="9144000" cy="0"/>
          </a:xfrm>
          <a:prstGeom prst="line">
            <a:avLst/>
          </a:prstGeom>
          <a:noFill/>
          <a:ln w="3810">
            <a:solidFill>
              <a:srgbClr val="00D4FF">
                <a:alpha val="8000"/>
              </a:srgbClr>
            </a:solidFill>
            <a:prstDash val="solid"/>
          </a:ln>
        </p:spPr>
      </p:sp>
      <p:sp>
        <p:nvSpPr>
          <p:cNvPr id="24" name="Shape 22"/>
          <p:cNvSpPr/>
          <p:nvPr/>
        </p:nvSpPr>
        <p:spPr>
          <a:xfrm>
            <a:off x="5029200" y="0"/>
            <a:ext cx="0" cy="5143500"/>
          </a:xfrm>
          <a:prstGeom prst="line">
            <a:avLst/>
          </a:prstGeom>
          <a:noFill/>
          <a:ln w="3810">
            <a:solidFill>
              <a:srgbClr val="00D4FF">
                <a:alpha val="8000"/>
              </a:srgbClr>
            </a:solidFill>
            <a:prstDash val="solid"/>
          </a:ln>
        </p:spPr>
      </p:sp>
      <p:sp>
        <p:nvSpPr>
          <p:cNvPr id="25" name="Shape 23"/>
          <p:cNvSpPr/>
          <p:nvPr/>
        </p:nvSpPr>
        <p:spPr>
          <a:xfrm>
            <a:off x="0" y="2816352"/>
            <a:ext cx="9144000" cy="0"/>
          </a:xfrm>
          <a:prstGeom prst="line">
            <a:avLst/>
          </a:prstGeom>
          <a:noFill/>
          <a:ln w="3810">
            <a:solidFill>
              <a:srgbClr val="00D4FF">
                <a:alpha val="8000"/>
              </a:srgbClr>
            </a:solidFill>
            <a:prstDash val="solid"/>
          </a:ln>
        </p:spPr>
      </p:sp>
      <p:sp>
        <p:nvSpPr>
          <p:cNvPr id="26" name="Shape 24"/>
          <p:cNvSpPr/>
          <p:nvPr/>
        </p:nvSpPr>
        <p:spPr>
          <a:xfrm>
            <a:off x="5486400" y="0"/>
            <a:ext cx="0" cy="5143500"/>
          </a:xfrm>
          <a:prstGeom prst="line">
            <a:avLst/>
          </a:prstGeom>
          <a:noFill/>
          <a:ln w="3810">
            <a:solidFill>
              <a:srgbClr val="00D4FF">
                <a:alpha val="8000"/>
              </a:srgbClr>
            </a:solidFill>
            <a:prstDash val="solid"/>
          </a:ln>
        </p:spPr>
      </p:sp>
      <p:sp>
        <p:nvSpPr>
          <p:cNvPr id="27" name="Shape 25"/>
          <p:cNvSpPr/>
          <p:nvPr/>
        </p:nvSpPr>
        <p:spPr>
          <a:xfrm>
            <a:off x="0" y="3072384"/>
            <a:ext cx="9144000" cy="0"/>
          </a:xfrm>
          <a:prstGeom prst="line">
            <a:avLst/>
          </a:prstGeom>
          <a:noFill/>
          <a:ln w="3810">
            <a:solidFill>
              <a:srgbClr val="00D4FF">
                <a:alpha val="8000"/>
              </a:srgbClr>
            </a:solidFill>
            <a:prstDash val="solid"/>
          </a:ln>
        </p:spPr>
      </p:sp>
      <p:sp>
        <p:nvSpPr>
          <p:cNvPr id="28" name="Shape 26"/>
          <p:cNvSpPr/>
          <p:nvPr/>
        </p:nvSpPr>
        <p:spPr>
          <a:xfrm>
            <a:off x="5943600" y="0"/>
            <a:ext cx="0" cy="5143500"/>
          </a:xfrm>
          <a:prstGeom prst="line">
            <a:avLst/>
          </a:prstGeom>
          <a:noFill/>
          <a:ln w="3810">
            <a:solidFill>
              <a:srgbClr val="00D4FF">
                <a:alpha val="8000"/>
              </a:srgbClr>
            </a:solidFill>
            <a:prstDash val="solid"/>
          </a:ln>
        </p:spPr>
      </p:sp>
      <p:sp>
        <p:nvSpPr>
          <p:cNvPr id="29" name="Shape 27"/>
          <p:cNvSpPr/>
          <p:nvPr/>
        </p:nvSpPr>
        <p:spPr>
          <a:xfrm>
            <a:off x="0" y="3328416"/>
            <a:ext cx="9144000" cy="0"/>
          </a:xfrm>
          <a:prstGeom prst="line">
            <a:avLst/>
          </a:prstGeom>
          <a:noFill/>
          <a:ln w="3810">
            <a:solidFill>
              <a:srgbClr val="00D4FF">
                <a:alpha val="8000"/>
              </a:srgbClr>
            </a:solidFill>
            <a:prstDash val="solid"/>
          </a:ln>
        </p:spPr>
      </p:sp>
      <p:sp>
        <p:nvSpPr>
          <p:cNvPr id="30" name="Shape 28"/>
          <p:cNvSpPr/>
          <p:nvPr/>
        </p:nvSpPr>
        <p:spPr>
          <a:xfrm>
            <a:off x="6400800" y="0"/>
            <a:ext cx="0" cy="5143500"/>
          </a:xfrm>
          <a:prstGeom prst="line">
            <a:avLst/>
          </a:prstGeom>
          <a:noFill/>
          <a:ln w="3810">
            <a:solidFill>
              <a:srgbClr val="00D4FF">
                <a:alpha val="8000"/>
              </a:srgbClr>
            </a:solidFill>
            <a:prstDash val="solid"/>
          </a:ln>
        </p:spPr>
      </p:sp>
      <p:sp>
        <p:nvSpPr>
          <p:cNvPr id="31" name="Shape 29"/>
          <p:cNvSpPr/>
          <p:nvPr/>
        </p:nvSpPr>
        <p:spPr>
          <a:xfrm>
            <a:off x="0" y="3584448"/>
            <a:ext cx="9144000" cy="0"/>
          </a:xfrm>
          <a:prstGeom prst="line">
            <a:avLst/>
          </a:prstGeom>
          <a:noFill/>
          <a:ln w="3810">
            <a:solidFill>
              <a:srgbClr val="00D4FF">
                <a:alpha val="8000"/>
              </a:srgbClr>
            </a:solidFill>
            <a:prstDash val="solid"/>
          </a:ln>
        </p:spPr>
      </p:sp>
      <p:sp>
        <p:nvSpPr>
          <p:cNvPr id="32" name="Shape 30"/>
          <p:cNvSpPr/>
          <p:nvPr/>
        </p:nvSpPr>
        <p:spPr>
          <a:xfrm>
            <a:off x="6858000" y="0"/>
            <a:ext cx="0" cy="5143500"/>
          </a:xfrm>
          <a:prstGeom prst="line">
            <a:avLst/>
          </a:prstGeom>
          <a:noFill/>
          <a:ln w="3810">
            <a:solidFill>
              <a:srgbClr val="00D4FF">
                <a:alpha val="8000"/>
              </a:srgbClr>
            </a:solidFill>
            <a:prstDash val="solid"/>
          </a:ln>
        </p:spPr>
      </p:sp>
      <p:sp>
        <p:nvSpPr>
          <p:cNvPr id="33" name="Shape 31"/>
          <p:cNvSpPr/>
          <p:nvPr/>
        </p:nvSpPr>
        <p:spPr>
          <a:xfrm>
            <a:off x="0" y="3840480"/>
            <a:ext cx="9144000" cy="0"/>
          </a:xfrm>
          <a:prstGeom prst="line">
            <a:avLst/>
          </a:prstGeom>
          <a:noFill/>
          <a:ln w="3810">
            <a:solidFill>
              <a:srgbClr val="00D4FF">
                <a:alpha val="8000"/>
              </a:srgbClr>
            </a:solidFill>
            <a:prstDash val="solid"/>
          </a:ln>
        </p:spPr>
      </p:sp>
      <p:sp>
        <p:nvSpPr>
          <p:cNvPr id="34" name="Shape 32"/>
          <p:cNvSpPr/>
          <p:nvPr/>
        </p:nvSpPr>
        <p:spPr>
          <a:xfrm>
            <a:off x="7315200" y="0"/>
            <a:ext cx="0" cy="5143500"/>
          </a:xfrm>
          <a:prstGeom prst="line">
            <a:avLst/>
          </a:prstGeom>
          <a:noFill/>
          <a:ln w="3810">
            <a:solidFill>
              <a:srgbClr val="00D4FF">
                <a:alpha val="8000"/>
              </a:srgbClr>
            </a:solidFill>
            <a:prstDash val="solid"/>
          </a:ln>
        </p:spPr>
      </p:sp>
      <p:sp>
        <p:nvSpPr>
          <p:cNvPr id="35" name="Shape 33"/>
          <p:cNvSpPr/>
          <p:nvPr/>
        </p:nvSpPr>
        <p:spPr>
          <a:xfrm>
            <a:off x="0" y="4096512"/>
            <a:ext cx="9144000" cy="0"/>
          </a:xfrm>
          <a:prstGeom prst="line">
            <a:avLst/>
          </a:prstGeom>
          <a:noFill/>
          <a:ln w="3810">
            <a:solidFill>
              <a:srgbClr val="00D4FF">
                <a:alpha val="8000"/>
              </a:srgbClr>
            </a:solidFill>
            <a:prstDash val="solid"/>
          </a:ln>
        </p:spPr>
      </p:sp>
      <p:sp>
        <p:nvSpPr>
          <p:cNvPr id="36" name="Shape 34"/>
          <p:cNvSpPr/>
          <p:nvPr/>
        </p:nvSpPr>
        <p:spPr>
          <a:xfrm>
            <a:off x="7772400" y="0"/>
            <a:ext cx="0" cy="5143500"/>
          </a:xfrm>
          <a:prstGeom prst="line">
            <a:avLst/>
          </a:prstGeom>
          <a:noFill/>
          <a:ln w="3810">
            <a:solidFill>
              <a:srgbClr val="00D4FF">
                <a:alpha val="8000"/>
              </a:srgbClr>
            </a:solidFill>
            <a:prstDash val="solid"/>
          </a:ln>
        </p:spPr>
      </p:sp>
      <p:sp>
        <p:nvSpPr>
          <p:cNvPr id="37" name="Shape 35"/>
          <p:cNvSpPr/>
          <p:nvPr/>
        </p:nvSpPr>
        <p:spPr>
          <a:xfrm>
            <a:off x="0" y="4352544"/>
            <a:ext cx="9144000" cy="0"/>
          </a:xfrm>
          <a:prstGeom prst="line">
            <a:avLst/>
          </a:prstGeom>
          <a:noFill/>
          <a:ln w="3810">
            <a:solidFill>
              <a:srgbClr val="00D4FF">
                <a:alpha val="8000"/>
              </a:srgbClr>
            </a:solidFill>
            <a:prstDash val="solid"/>
          </a:ln>
        </p:spPr>
      </p:sp>
      <p:sp>
        <p:nvSpPr>
          <p:cNvPr id="38" name="Shape 36"/>
          <p:cNvSpPr/>
          <p:nvPr/>
        </p:nvSpPr>
        <p:spPr>
          <a:xfrm>
            <a:off x="8229600" y="0"/>
            <a:ext cx="0" cy="5143500"/>
          </a:xfrm>
          <a:prstGeom prst="line">
            <a:avLst/>
          </a:prstGeom>
          <a:noFill/>
          <a:ln w="3810">
            <a:solidFill>
              <a:srgbClr val="00D4FF">
                <a:alpha val="8000"/>
              </a:srgbClr>
            </a:solidFill>
            <a:prstDash val="solid"/>
          </a:ln>
        </p:spPr>
      </p:sp>
      <p:sp>
        <p:nvSpPr>
          <p:cNvPr id="39" name="Shape 37"/>
          <p:cNvSpPr/>
          <p:nvPr/>
        </p:nvSpPr>
        <p:spPr>
          <a:xfrm>
            <a:off x="0" y="4608576"/>
            <a:ext cx="9144000" cy="0"/>
          </a:xfrm>
          <a:prstGeom prst="line">
            <a:avLst/>
          </a:prstGeom>
          <a:noFill/>
          <a:ln w="3810">
            <a:solidFill>
              <a:srgbClr val="00D4FF">
                <a:alpha val="8000"/>
              </a:srgbClr>
            </a:solidFill>
            <a:prstDash val="solid"/>
          </a:ln>
        </p:spPr>
      </p:sp>
      <p:sp>
        <p:nvSpPr>
          <p:cNvPr id="40" name="Shape 38"/>
          <p:cNvSpPr/>
          <p:nvPr/>
        </p:nvSpPr>
        <p:spPr>
          <a:xfrm>
            <a:off x="8686800" y="0"/>
            <a:ext cx="0" cy="5143500"/>
          </a:xfrm>
          <a:prstGeom prst="line">
            <a:avLst/>
          </a:prstGeom>
          <a:noFill/>
          <a:ln w="3810">
            <a:solidFill>
              <a:srgbClr val="00D4FF">
                <a:alpha val="8000"/>
              </a:srgbClr>
            </a:solidFill>
            <a:prstDash val="solid"/>
          </a:ln>
        </p:spPr>
      </p:sp>
      <p:sp>
        <p:nvSpPr>
          <p:cNvPr id="41" name="Shape 39"/>
          <p:cNvSpPr/>
          <p:nvPr/>
        </p:nvSpPr>
        <p:spPr>
          <a:xfrm>
            <a:off x="0" y="4864608"/>
            <a:ext cx="9144000" cy="0"/>
          </a:xfrm>
          <a:prstGeom prst="line">
            <a:avLst/>
          </a:prstGeom>
          <a:noFill/>
          <a:ln w="3810">
            <a:solidFill>
              <a:srgbClr val="00D4FF">
                <a:alpha val="8000"/>
              </a:srgbClr>
            </a:solidFill>
            <a:prstDash val="solid"/>
          </a:ln>
        </p:spPr>
      </p:sp>
      <p:sp>
        <p:nvSpPr>
          <p:cNvPr id="42" name="Shape 40"/>
          <p:cNvSpPr/>
          <p:nvPr/>
        </p:nvSpPr>
        <p:spPr>
          <a:xfrm>
            <a:off x="9144000" y="0"/>
            <a:ext cx="0" cy="5143500"/>
          </a:xfrm>
          <a:prstGeom prst="line">
            <a:avLst/>
          </a:prstGeom>
          <a:noFill/>
          <a:ln w="3810">
            <a:solidFill>
              <a:srgbClr val="00D4FF">
                <a:alpha val="8000"/>
              </a:srgbClr>
            </a:solidFill>
            <a:prstDash val="solid"/>
          </a:ln>
        </p:spPr>
      </p:sp>
      <p:sp>
        <p:nvSpPr>
          <p:cNvPr id="43" name="Shape 41"/>
          <p:cNvSpPr/>
          <p:nvPr/>
        </p:nvSpPr>
        <p:spPr>
          <a:xfrm>
            <a:off x="0" y="5120640"/>
            <a:ext cx="9144000" cy="0"/>
          </a:xfrm>
          <a:prstGeom prst="line">
            <a:avLst/>
          </a:prstGeom>
          <a:noFill/>
          <a:ln w="3810">
            <a:solidFill>
              <a:srgbClr val="00D4FF">
                <a:alpha val="8000"/>
              </a:srgbClr>
            </a:solidFill>
            <a:prstDash val="solid"/>
          </a:ln>
        </p:spPr>
      </p:sp>
      <p:sp>
        <p:nvSpPr>
          <p:cNvPr id="44" name="Text 42"/>
          <p:cNvSpPr/>
          <p:nvPr/>
        </p:nvSpPr>
        <p:spPr>
          <a:xfrm>
            <a:off x="365760" y="228600"/>
            <a:ext cx="8229600" cy="594360"/>
          </a:xfrm>
          <a:prstGeom prst="rect">
            <a:avLst/>
          </a:prstGeom>
          <a:noFill/>
          <a:ln/>
        </p:spPr>
        <p:txBody>
          <a:bodyPr wrap="square" lIns="0" tIns="0" rIns="0" bIns="0" rtlCol="0" anchor="ctr"/>
          <a:lstStyle/>
          <a:p>
            <a:pPr indent="0" marL="0">
              <a:buNone/>
            </a:pPr>
            <a:r>
              <a:rPr lang="en-US" sz="3000" dirty="0">
                <a:solidFill>
                  <a:srgbClr val="FFFFFF"/>
                </a:solidFill>
                <a:effectLst>
                  <a:glow rad="127000">
                    <a:srgbClr val="00D4FF">
                      <a:alpha val="60000"/>
                    </a:srgbClr>
                  </a:glow>
                </a:effectLst>
                <a:latin typeface="Impact" pitchFamily="34" charset="0"/>
                <a:ea typeface="Impact" pitchFamily="34" charset="-122"/>
                <a:cs typeface="Impact" pitchFamily="34" charset="-120"/>
              </a:rPr>
              <a:t>TEAM &amp; DEVELOPER INFO</a:t>
            </a:r>
            <a:endParaRPr lang="en-US" sz="3000" dirty="0"/>
          </a:p>
        </p:txBody>
      </p:sp>
      <p:sp>
        <p:nvSpPr>
          <p:cNvPr id="45" name="Shape 43"/>
          <p:cNvSpPr/>
          <p:nvPr/>
        </p:nvSpPr>
        <p:spPr>
          <a:xfrm>
            <a:off x="365760" y="868680"/>
            <a:ext cx="8412480" cy="0"/>
          </a:xfrm>
          <a:prstGeom prst="line">
            <a:avLst/>
          </a:prstGeom>
          <a:noFill/>
          <a:ln w="19050">
            <a:solidFill>
              <a:srgbClr val="00D4FF"/>
            </a:solidFill>
            <a:prstDash val="solid"/>
          </a:ln>
        </p:spPr>
      </p:sp>
      <p:sp>
        <p:nvSpPr>
          <p:cNvPr id="46" name="Shape 44"/>
          <p:cNvSpPr/>
          <p:nvPr/>
        </p:nvSpPr>
        <p:spPr>
          <a:xfrm>
            <a:off x="457200" y="1051560"/>
            <a:ext cx="3931920" cy="2286000"/>
          </a:xfrm>
          <a:prstGeom prst="rect">
            <a:avLst/>
          </a:prstGeom>
          <a:solidFill>
            <a:srgbClr val="0D0D18"/>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47" name="Shape 45"/>
          <p:cNvSpPr/>
          <p:nvPr/>
        </p:nvSpPr>
        <p:spPr>
          <a:xfrm>
            <a:off x="457200" y="1051560"/>
            <a:ext cx="54864" cy="2286000"/>
          </a:xfrm>
          <a:prstGeom prst="rect">
            <a:avLst/>
          </a:prstGeom>
          <a:solidFill>
            <a:srgbClr val="00D4FF"/>
          </a:solidFill>
          <a:ln w="12700">
            <a:solidFill>
              <a:srgbClr val="00D4FF"/>
            </a:solidFill>
            <a:prstDash val="solid"/>
          </a:ln>
        </p:spPr>
      </p:sp>
      <p:sp>
        <p:nvSpPr>
          <p:cNvPr id="48" name="Shape 46"/>
          <p:cNvSpPr/>
          <p:nvPr/>
        </p:nvSpPr>
        <p:spPr>
          <a:xfrm>
            <a:off x="1737360" y="1188720"/>
            <a:ext cx="1371600" cy="1371600"/>
          </a:xfrm>
          <a:prstGeom prst="ellipse">
            <a:avLst/>
          </a:prstGeom>
          <a:solidFill>
            <a:srgbClr val="001A22"/>
          </a:solidFill>
          <a:ln w="25400">
            <a:solidFill>
              <a:srgbClr val="00D4FF"/>
            </a:solidFill>
            <a:prstDash val="solid"/>
          </a:ln>
        </p:spPr>
      </p:sp>
      <p:sp>
        <p:nvSpPr>
          <p:cNvPr id="49" name="Text 47"/>
          <p:cNvSpPr/>
          <p:nvPr/>
        </p:nvSpPr>
        <p:spPr>
          <a:xfrm>
            <a:off x="1737360" y="1261872"/>
            <a:ext cx="1371600" cy="1234440"/>
          </a:xfrm>
          <a:prstGeom prst="rect">
            <a:avLst/>
          </a:prstGeom>
          <a:noFill/>
          <a:ln/>
        </p:spPr>
        <p:txBody>
          <a:bodyPr wrap="square" lIns="0" tIns="0" rIns="0" bIns="0" rtlCol="0" anchor="ctr"/>
          <a:lstStyle/>
          <a:p>
            <a:pPr algn="ctr" indent="0" marL="0">
              <a:buNone/>
            </a:pPr>
            <a:r>
              <a:rPr lang="en-US" sz="4200" dirty="0">
                <a:solidFill>
                  <a:srgbClr val="00D4FF"/>
                </a:solidFill>
                <a:latin typeface="Impact" pitchFamily="34" charset="0"/>
                <a:ea typeface="Impact" pitchFamily="34" charset="-122"/>
                <a:cs typeface="Impact" pitchFamily="34" charset="-120"/>
              </a:rPr>
              <a:t>U</a:t>
            </a:r>
            <a:endParaRPr lang="en-US" sz="4200" dirty="0"/>
          </a:p>
        </p:txBody>
      </p:sp>
      <p:sp>
        <p:nvSpPr>
          <p:cNvPr id="50" name="Text 48"/>
          <p:cNvSpPr/>
          <p:nvPr/>
        </p:nvSpPr>
        <p:spPr>
          <a:xfrm>
            <a:off x="640080" y="2651760"/>
            <a:ext cx="356616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Umar Khan</a:t>
            </a:r>
            <a:endParaRPr lang="en-US" sz="1600" dirty="0"/>
          </a:p>
        </p:txBody>
      </p:sp>
      <p:sp>
        <p:nvSpPr>
          <p:cNvPr id="51" name="Text 49"/>
          <p:cNvSpPr/>
          <p:nvPr/>
        </p:nvSpPr>
        <p:spPr>
          <a:xfrm>
            <a:off x="640080" y="2999232"/>
            <a:ext cx="3566160" cy="274320"/>
          </a:xfrm>
          <a:prstGeom prst="rect">
            <a:avLst/>
          </a:prstGeom>
          <a:noFill/>
          <a:ln/>
        </p:spPr>
        <p:txBody>
          <a:bodyPr wrap="square" lIns="0" tIns="0" rIns="0" bIns="0" rtlCol="0" anchor="ctr"/>
          <a:lstStyle/>
          <a:p>
            <a:pPr algn="ctr" indent="0" marL="0">
              <a:buNone/>
            </a:pPr>
            <a:r>
              <a:rPr lang="en-US" sz="1300" dirty="0">
                <a:solidFill>
                  <a:srgbClr val="00D4FF"/>
                </a:solidFill>
                <a:latin typeface="Calibri" pitchFamily="34" charset="0"/>
                <a:ea typeface="Calibri" pitchFamily="34" charset="-122"/>
                <a:cs typeface="Calibri" pitchFamily="34" charset="-120"/>
              </a:rPr>
              <a:t>Roll No: 38</a:t>
            </a:r>
            <a:endParaRPr lang="en-US" sz="1300" dirty="0"/>
          </a:p>
        </p:txBody>
      </p:sp>
      <p:sp>
        <p:nvSpPr>
          <p:cNvPr id="52" name="Text 50"/>
          <p:cNvSpPr/>
          <p:nvPr/>
        </p:nvSpPr>
        <p:spPr>
          <a:xfrm>
            <a:off x="640080" y="3291840"/>
            <a:ext cx="3566160" cy="256032"/>
          </a:xfrm>
          <a:prstGeom prst="rect">
            <a:avLst/>
          </a:prstGeom>
          <a:noFill/>
          <a:ln/>
        </p:spPr>
        <p:txBody>
          <a:bodyPr wrap="square" lIns="0" tIns="0" rIns="0" bIns="0" rtlCol="0" anchor="ctr"/>
          <a:lstStyle/>
          <a:p>
            <a:pPr algn="ctr" indent="0" marL="0">
              <a:buNone/>
            </a:pPr>
            <a:r>
              <a:rPr lang="en-US" sz="1100" dirty="0">
                <a:solidFill>
                  <a:srgbClr val="8899A6"/>
                </a:solidFill>
                <a:latin typeface="Calibri" pitchFamily="34" charset="0"/>
                <a:ea typeface="Calibri" pitchFamily="34" charset="-122"/>
                <a:cs typeface="Calibri" pitchFamily="34" charset="-120"/>
              </a:rPr>
              <a:t>Lead Developer &amp; Designer</a:t>
            </a:r>
            <a:endParaRPr lang="en-US" sz="1100" dirty="0"/>
          </a:p>
        </p:txBody>
      </p:sp>
      <p:sp>
        <p:nvSpPr>
          <p:cNvPr id="53" name="Shape 51"/>
          <p:cNvSpPr/>
          <p:nvPr/>
        </p:nvSpPr>
        <p:spPr>
          <a:xfrm>
            <a:off x="4846320" y="1051560"/>
            <a:ext cx="3931920" cy="2286000"/>
          </a:xfrm>
          <a:prstGeom prst="rect">
            <a:avLst/>
          </a:prstGeom>
          <a:solidFill>
            <a:srgbClr val="0D0D18"/>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54" name="Shape 52"/>
          <p:cNvSpPr/>
          <p:nvPr/>
        </p:nvSpPr>
        <p:spPr>
          <a:xfrm>
            <a:off x="4846320" y="1051560"/>
            <a:ext cx="54864" cy="2286000"/>
          </a:xfrm>
          <a:prstGeom prst="rect">
            <a:avLst/>
          </a:prstGeom>
          <a:solidFill>
            <a:srgbClr val="FF69B4"/>
          </a:solidFill>
          <a:ln w="12700">
            <a:solidFill>
              <a:srgbClr val="FF69B4"/>
            </a:solidFill>
            <a:prstDash val="solid"/>
          </a:ln>
        </p:spPr>
      </p:sp>
      <p:sp>
        <p:nvSpPr>
          <p:cNvPr id="55" name="Shape 53"/>
          <p:cNvSpPr/>
          <p:nvPr/>
        </p:nvSpPr>
        <p:spPr>
          <a:xfrm>
            <a:off x="6126480" y="1188720"/>
            <a:ext cx="1371600" cy="1371600"/>
          </a:xfrm>
          <a:prstGeom prst="ellipse">
            <a:avLst/>
          </a:prstGeom>
          <a:solidFill>
            <a:srgbClr val="1A0011"/>
          </a:solidFill>
          <a:ln w="25400">
            <a:solidFill>
              <a:srgbClr val="FF69B4"/>
            </a:solidFill>
            <a:prstDash val="solid"/>
          </a:ln>
        </p:spPr>
      </p:sp>
      <p:sp>
        <p:nvSpPr>
          <p:cNvPr id="56" name="Text 54"/>
          <p:cNvSpPr/>
          <p:nvPr/>
        </p:nvSpPr>
        <p:spPr>
          <a:xfrm>
            <a:off x="6126480" y="1261872"/>
            <a:ext cx="1371600" cy="1234440"/>
          </a:xfrm>
          <a:prstGeom prst="rect">
            <a:avLst/>
          </a:prstGeom>
          <a:noFill/>
          <a:ln/>
        </p:spPr>
        <p:txBody>
          <a:bodyPr wrap="square" lIns="0" tIns="0" rIns="0" bIns="0" rtlCol="0" anchor="ctr"/>
          <a:lstStyle/>
          <a:p>
            <a:pPr algn="ctr" indent="0" marL="0">
              <a:buNone/>
            </a:pPr>
            <a:r>
              <a:rPr lang="en-US" sz="4200" dirty="0">
                <a:solidFill>
                  <a:srgbClr val="FF69B4"/>
                </a:solidFill>
                <a:latin typeface="Impact" pitchFamily="34" charset="0"/>
                <a:ea typeface="Impact" pitchFamily="34" charset="-122"/>
                <a:cs typeface="Impact" pitchFamily="34" charset="-120"/>
              </a:rPr>
              <a:t>A</a:t>
            </a:r>
            <a:endParaRPr lang="en-US" sz="4200" dirty="0"/>
          </a:p>
        </p:txBody>
      </p:sp>
      <p:sp>
        <p:nvSpPr>
          <p:cNvPr id="57" name="Text 55"/>
          <p:cNvSpPr/>
          <p:nvPr/>
        </p:nvSpPr>
        <p:spPr>
          <a:xfrm>
            <a:off x="5029200" y="2651760"/>
            <a:ext cx="3566160" cy="32004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Abdul Saboor</a:t>
            </a:r>
            <a:endParaRPr lang="en-US" sz="1600" dirty="0"/>
          </a:p>
        </p:txBody>
      </p:sp>
      <p:sp>
        <p:nvSpPr>
          <p:cNvPr id="58" name="Text 56"/>
          <p:cNvSpPr/>
          <p:nvPr/>
        </p:nvSpPr>
        <p:spPr>
          <a:xfrm>
            <a:off x="5029200" y="2999232"/>
            <a:ext cx="3566160" cy="274320"/>
          </a:xfrm>
          <a:prstGeom prst="rect">
            <a:avLst/>
          </a:prstGeom>
          <a:noFill/>
          <a:ln/>
        </p:spPr>
        <p:txBody>
          <a:bodyPr wrap="square" lIns="0" tIns="0" rIns="0" bIns="0" rtlCol="0" anchor="ctr"/>
          <a:lstStyle/>
          <a:p>
            <a:pPr algn="ctr" indent="0" marL="0">
              <a:buNone/>
            </a:pPr>
            <a:r>
              <a:rPr lang="en-US" sz="1300" dirty="0">
                <a:solidFill>
                  <a:srgbClr val="FF69B4"/>
                </a:solidFill>
                <a:latin typeface="Calibri" pitchFamily="34" charset="0"/>
                <a:ea typeface="Calibri" pitchFamily="34" charset="-122"/>
                <a:cs typeface="Calibri" pitchFamily="34" charset="-120"/>
              </a:rPr>
              <a:t>Roll No: 60</a:t>
            </a:r>
            <a:endParaRPr lang="en-US" sz="1300" dirty="0"/>
          </a:p>
        </p:txBody>
      </p:sp>
      <p:sp>
        <p:nvSpPr>
          <p:cNvPr id="59" name="Text 57"/>
          <p:cNvSpPr/>
          <p:nvPr/>
        </p:nvSpPr>
        <p:spPr>
          <a:xfrm>
            <a:off x="5029200" y="3291840"/>
            <a:ext cx="3566160" cy="256032"/>
          </a:xfrm>
          <a:prstGeom prst="rect">
            <a:avLst/>
          </a:prstGeom>
          <a:noFill/>
          <a:ln/>
        </p:spPr>
        <p:txBody>
          <a:bodyPr wrap="square" lIns="0" tIns="0" rIns="0" bIns="0" rtlCol="0" anchor="ctr"/>
          <a:lstStyle/>
          <a:p>
            <a:pPr algn="ctr" indent="0" marL="0">
              <a:buNone/>
            </a:pPr>
            <a:r>
              <a:rPr lang="en-US" sz="1100" dirty="0">
                <a:solidFill>
                  <a:srgbClr val="8899A6"/>
                </a:solidFill>
                <a:latin typeface="Calibri" pitchFamily="34" charset="0"/>
                <a:ea typeface="Calibri" pitchFamily="34" charset="-122"/>
                <a:cs typeface="Calibri" pitchFamily="34" charset="-120"/>
              </a:rPr>
              <a:t>Developer &amp; Testing</a:t>
            </a:r>
            <a:endParaRPr lang="en-US" sz="1100" dirty="0"/>
          </a:p>
        </p:txBody>
      </p:sp>
      <p:sp>
        <p:nvSpPr>
          <p:cNvPr id="60" name="Shape 58"/>
          <p:cNvSpPr/>
          <p:nvPr/>
        </p:nvSpPr>
        <p:spPr>
          <a:xfrm>
            <a:off x="1828800" y="3703320"/>
            <a:ext cx="5486400" cy="1188720"/>
          </a:xfrm>
          <a:prstGeom prst="rect">
            <a:avLst/>
          </a:prstGeom>
          <a:solidFill>
            <a:srgbClr val="0D0D18"/>
          </a:solidFill>
          <a:ln w="15240">
            <a:solidFill>
              <a:srgbClr val="00D4FF"/>
            </a:solidFill>
            <a:prstDash val="solid"/>
          </a:ln>
          <a:effectLst>
            <a:outerShdw sx="100000" sy="100000" kx="0" ky="0" algn="bl" rotWithShape="0" blurRad="127000" dist="38100" dir="8100000">
              <a:srgbClr val="000000">
                <a:alpha val="40000"/>
              </a:srgbClr>
            </a:outerShdw>
          </a:effectLst>
        </p:spPr>
      </p:sp>
      <p:sp>
        <p:nvSpPr>
          <p:cNvPr id="61" name="Shape 59"/>
          <p:cNvSpPr/>
          <p:nvPr/>
        </p:nvSpPr>
        <p:spPr>
          <a:xfrm>
            <a:off x="1828800" y="3703320"/>
            <a:ext cx="5486400" cy="0"/>
          </a:xfrm>
          <a:prstGeom prst="line">
            <a:avLst/>
          </a:prstGeom>
          <a:noFill/>
          <a:ln w="25400">
            <a:solidFill>
              <a:srgbClr val="FFD700"/>
            </a:solidFill>
            <a:prstDash val="solid"/>
          </a:ln>
        </p:spPr>
      </p:sp>
      <p:sp>
        <p:nvSpPr>
          <p:cNvPr id="62" name="Text 60"/>
          <p:cNvSpPr/>
          <p:nvPr/>
        </p:nvSpPr>
        <p:spPr>
          <a:xfrm>
            <a:off x="1828800" y="3840480"/>
            <a:ext cx="5486400" cy="411480"/>
          </a:xfrm>
          <a:prstGeom prst="rect">
            <a:avLst/>
          </a:prstGeom>
          <a:noFill/>
          <a:ln/>
        </p:spPr>
        <p:txBody>
          <a:bodyPr wrap="square" lIns="0" tIns="0" rIns="0" bIns="0" rtlCol="0" anchor="ctr"/>
          <a:lstStyle/>
          <a:p>
            <a:pPr algn="ctr" indent="0" marL="0">
              <a:buNone/>
            </a:pPr>
            <a:r>
              <a:rPr lang="en-US" sz="2000" b="1" dirty="0">
                <a:solidFill>
                  <a:srgbClr val="FFD700"/>
                </a:solidFill>
                <a:latin typeface="Arial Black" pitchFamily="34" charset="0"/>
                <a:ea typeface="Arial Black" pitchFamily="34" charset="-122"/>
                <a:cs typeface="Arial Black" pitchFamily="34" charset="-120"/>
              </a:rPr>
              <a:t>🏛️  University of Layyah</a:t>
            </a:r>
            <a:endParaRPr lang="en-US" sz="2000" dirty="0"/>
          </a:p>
        </p:txBody>
      </p:sp>
      <p:sp>
        <p:nvSpPr>
          <p:cNvPr id="63" name="Text 61"/>
          <p:cNvSpPr/>
          <p:nvPr/>
        </p:nvSpPr>
        <p:spPr>
          <a:xfrm>
            <a:off x="1828800" y="4297680"/>
            <a:ext cx="5486400" cy="365760"/>
          </a:xfrm>
          <a:prstGeom prst="rect">
            <a:avLst/>
          </a:prstGeom>
          <a:noFill/>
          <a:ln/>
        </p:spPr>
        <p:txBody>
          <a:bodyPr wrap="square" lIns="0" tIns="0" rIns="0" bIns="0" rtlCol="0" anchor="ctr"/>
          <a:lstStyle/>
          <a:p>
            <a:pPr algn="ctr" indent="0" marL="0">
              <a:buNone/>
            </a:pPr>
            <a:r>
              <a:rPr lang="en-US" sz="1100" spc="100" kern="0" dirty="0">
                <a:solidFill>
                  <a:srgbClr val="AAAAAA"/>
                </a:solidFill>
                <a:latin typeface="Calibri" pitchFamily="34" charset="0"/>
                <a:ea typeface="Calibri" pitchFamily="34" charset="-122"/>
                <a:cs typeface="Calibri" pitchFamily="34" charset="-120"/>
              </a:rPr>
              <a:t>Department of Information Technology  •  BSIT Program  •  2025</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Turbo Evade: Real Cars Edition</dc:title>
  <dc:subject>PptxGenJS Presentation</dc:subject>
  <dc:creator>PptxGenJS</dc:creator>
  <cp:lastModifiedBy>PptxGenJS</cp:lastModifiedBy>
  <cp:revision>1</cp:revision>
  <dcterms:created xsi:type="dcterms:W3CDTF">2026-06-05T07:19:12Z</dcterms:created>
  <dcterms:modified xsi:type="dcterms:W3CDTF">2026-06-05T07:19:12Z</dcterms:modified>
</cp:coreProperties>
</file>